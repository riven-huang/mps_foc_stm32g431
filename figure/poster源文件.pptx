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8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6D1EE-7348-4175-BA12-C0C6EC3CB387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151CAA-8023-4ED5-959B-EB996D1F3C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56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51CAA-8023-4ED5-959B-EB996D1F3C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9285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5CB19-4590-4AF6-D5C7-1B2FB2E7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CC865C7-D3CC-89A5-9CC3-F01ADE8D4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3F451C-DBF7-EB45-F001-60C18C9A51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BD44C0-9189-32AF-F356-EA5D3B4A9C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51CAA-8023-4ED5-959B-EB996D1F3CE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393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F5F2-EF40-50AB-0651-F38F7DA8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038248-88BC-E923-E590-FD785606F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2C41853-B61D-BD41-3E17-A2EA17517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C3A7FE-090D-4922-99A4-093CD7618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151CAA-8023-4ED5-959B-EB996D1F3CE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51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455C7-84D9-6CE9-767B-4EFE2B8F9A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061120-1742-6F9C-C632-F4AB90BAB0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E76856-81F6-0090-B385-1879BC22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42703-4ECC-AAD9-BF39-279BA071B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17EB76-11FE-CE68-70B9-747400C0B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427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5CED8-457C-7023-E287-C8B90D43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60E0F1-31E5-2BB8-612E-559937F1C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CD6655-5FB3-CD1E-E1B2-F866A8D20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03515B-42E3-555A-02AE-C43426E0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D69AAC-D7D5-4541-8292-1FEAD30D5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07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D70E7-A061-5B9D-12AB-53B6E195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D491C-4335-4E42-793C-E73AE4235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E2912E-4720-3EBE-764E-586FFF2CE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BF45B0-6FDD-ED2D-CC1B-328531319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DB9BDC-7355-586F-F18D-5D72A275C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67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4D63EF-B4FF-3A07-469F-9A6A0D912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01033-827A-991D-100B-0FD7E363B1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0E5F55-74EF-20FB-9587-58F2BE95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37B96F-0067-EF2A-BE3E-ABA07BA3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26AF91-F27E-4C7C-60F6-9E5C77D5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849100-07D0-AE1D-9ECE-5133AC15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7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3A10A2-A843-3144-DA15-BC1C8B763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831244-2336-DDF5-F8E3-C0FF8DC42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FA0352-F6AF-6E69-BA94-AFE21283C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572D167-8227-68A0-59C4-5CB715FC01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79D9B7-E40B-C796-3DAE-69D7AEE67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1648D2-0B74-2FB3-D6C2-E9E76E5DC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9745BC-66F7-94EA-0D6C-6A567A8BB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783ACB7-66CE-E8C1-096F-5ACD0EDCD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296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3AB8EB-9BDC-9615-1B3C-99F0769E0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D3BBBE7-F6D4-1E2B-9A54-34F7AE3F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624A14D-7B63-1B98-38B1-730F42C16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EC2FCA8-912F-2925-B903-1BC336F0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889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A73E461-91C1-39AF-9750-42F03F611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6CD847-EF37-6B26-4046-5843CA14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EF820A-6123-D195-F74E-3F863F9E7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86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CF9E3-247B-4A37-3790-177D7875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6F5014-E30C-5A14-3FF3-43F13335B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2ECB71-4B4F-E102-FD44-37A50C7E8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3C41FE-B8AC-623D-7ED9-46EC5374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D076AF-D20C-E30F-8FB8-69D2E5DE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5958AF8-07B3-A333-7E9D-EBB1C15E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86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680B4-43CE-F127-1B8B-A6F481191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7047DC4-F0D2-B5AC-98E1-04E4D6C7B5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7137D4-D1B3-3202-B236-14FDF6CF6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859748-009E-733C-BC64-58ECBBE7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458F16-5F46-C2AA-F759-0FFA74C6C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FCB2EE5-137B-212F-F4B6-648034EB1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6035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81558-C1A8-3806-1D0D-00546DE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62FB2E-3C8B-FCEA-E62F-7A9E06600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75F62-245B-1455-74DB-F589C9F47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8801CE-FF56-D868-08ED-E12DBD4C7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7C3E7D-7B4C-3D48-B427-8306DC1A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835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143F6AF-BCB8-AB3E-1C31-CD47AF79B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6B489A-9609-FB99-2268-FDBDF46B4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914D60-4278-206F-2B3A-5A6D980B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5F6D0D-5079-680A-D80B-A4416E34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FD990-1D75-CA2B-EC64-2A011A215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181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1E48BE5-4FFE-405B-893A-9EDAF4819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80C6D6-CBA0-9BFE-FA80-5E23DF9BB0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1D4058-ED21-412B-B549-44A9B800AD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952C4-2FF7-4BA5-A2F5-EC2925787963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B2D8FA-F5CF-7B46-A4DB-9022868F0B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79C9FC-6B9B-E337-AE30-F844FFD0B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7BC5B-E8A3-45D5-8F82-101069B37B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944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C7CD446-B001-1D82-7E12-FE9D715C4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555" y="0"/>
            <a:ext cx="9144000" cy="685800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95A69AC8-EEBE-551A-E2FD-2FDD53A5B928}"/>
              </a:ext>
            </a:extLst>
          </p:cNvPr>
          <p:cNvSpPr/>
          <p:nvPr/>
        </p:nvSpPr>
        <p:spPr>
          <a:xfrm>
            <a:off x="89110" y="3188530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快速响应丝滑无振动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DEABFB5-6413-FC46-06D8-1B7DECE874E3}"/>
              </a:ext>
            </a:extLst>
          </p:cNvPr>
          <p:cNvSpPr/>
          <p:nvPr/>
        </p:nvSpPr>
        <p:spPr>
          <a:xfrm>
            <a:off x="89110" y="4509496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12~48V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宽输入电压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367C60D-B71F-34E4-31B1-0033D395E6DE}"/>
              </a:ext>
            </a:extLst>
          </p:cNvPr>
          <p:cNvSpPr/>
          <p:nvPr/>
        </p:nvSpPr>
        <p:spPr>
          <a:xfrm>
            <a:off x="89110" y="5722940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180W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持续稳定带载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32F69E5-1F4E-814F-F245-97308D509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29" y="692092"/>
            <a:ext cx="52886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MPS</a:t>
            </a: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“智驱未来”</a:t>
            </a:r>
            <a:endParaRPr kumimoji="0" lang="en-US" altLang="zh-CN" sz="3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机器人芯动力设计挑战赛</a:t>
            </a:r>
            <a:endParaRPr kumimoji="0" lang="en-US" altLang="zh-CN" sz="3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011E73F-CE53-CFFA-F37D-1D98C579343B}"/>
              </a:ext>
            </a:extLst>
          </p:cNvPr>
          <p:cNvSpPr txBox="1"/>
          <p:nvPr/>
        </p:nvSpPr>
        <p:spPr>
          <a:xfrm>
            <a:off x="3337562" y="6375911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——解锁关节电机与智能电源新维度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0179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8E701-4FC2-079B-5AF4-7675EE276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E9F6F6F-01BB-A83F-8A9B-0AC1E961ED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555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C8AFE5F-6130-9A19-9E7F-746548E2E02E}"/>
              </a:ext>
            </a:extLst>
          </p:cNvPr>
          <p:cNvSpPr/>
          <p:nvPr/>
        </p:nvSpPr>
        <p:spPr>
          <a:xfrm>
            <a:off x="6096001" y="3734791"/>
            <a:ext cx="1753590" cy="11519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BFBF71-8CBE-987C-C5BE-D8F01437DCD2}"/>
              </a:ext>
            </a:extLst>
          </p:cNvPr>
          <p:cNvSpPr/>
          <p:nvPr/>
        </p:nvSpPr>
        <p:spPr>
          <a:xfrm>
            <a:off x="5219205" y="1805052"/>
            <a:ext cx="1310268" cy="115190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8CD6BE-F07F-92AF-E0A6-05A2A517D587}"/>
              </a:ext>
            </a:extLst>
          </p:cNvPr>
          <p:cNvSpPr/>
          <p:nvPr/>
        </p:nvSpPr>
        <p:spPr>
          <a:xfrm>
            <a:off x="6731330" y="1618016"/>
            <a:ext cx="1310268" cy="115190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79AC507-4F1C-2071-C225-BC70A11F875E}"/>
              </a:ext>
            </a:extLst>
          </p:cNvPr>
          <p:cNvSpPr txBox="1"/>
          <p:nvPr/>
        </p:nvSpPr>
        <p:spPr>
          <a:xfrm>
            <a:off x="3528209" y="1116751"/>
            <a:ext cx="320312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Debug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调试接口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SWD 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BDCA778-F077-F9C9-E679-98C549972C0E}"/>
              </a:ext>
            </a:extLst>
          </p:cNvPr>
          <p:cNvSpPr txBox="1"/>
          <p:nvPr/>
        </p:nvSpPr>
        <p:spPr>
          <a:xfrm>
            <a:off x="5954734" y="4886697"/>
            <a:ext cx="13378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F86A71B-691A-0175-2803-10461D20ED30}"/>
              </a:ext>
            </a:extLst>
          </p:cNvPr>
          <p:cNvSpPr txBox="1"/>
          <p:nvPr/>
        </p:nvSpPr>
        <p:spPr>
          <a:xfrm>
            <a:off x="8041598" y="1618016"/>
            <a:ext cx="1117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CAN</a:t>
            </a:r>
          </a:p>
        </p:txBody>
      </p:sp>
    </p:spTree>
    <p:extLst>
      <p:ext uri="{BB962C8B-B14F-4D97-AF65-F5344CB8AC3E}">
        <p14:creationId xmlns:p14="http://schemas.microsoft.com/office/powerpoint/2010/main" val="1571492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B9556-1FC6-996C-5B5F-3CDE1D006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444F55AE-DF00-760E-299A-A81BBDE7A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799" y="-393701"/>
            <a:ext cx="10193867" cy="7645401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19A0C851-0032-9892-2AAA-238700E77FAC}"/>
              </a:ext>
            </a:extLst>
          </p:cNvPr>
          <p:cNvSpPr/>
          <p:nvPr/>
        </p:nvSpPr>
        <p:spPr>
          <a:xfrm>
            <a:off x="89110" y="3188530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快速响应丝滑无振动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8B89E28-3D3E-E8A7-9A4D-4FEF4EA819BA}"/>
              </a:ext>
            </a:extLst>
          </p:cNvPr>
          <p:cNvSpPr/>
          <p:nvPr/>
        </p:nvSpPr>
        <p:spPr>
          <a:xfrm>
            <a:off x="89110" y="4509496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12~48V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宽输入电压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F753A5A-06FB-1899-7F29-3C0B6B52513A}"/>
              </a:ext>
            </a:extLst>
          </p:cNvPr>
          <p:cNvSpPr/>
          <p:nvPr/>
        </p:nvSpPr>
        <p:spPr>
          <a:xfrm>
            <a:off x="89110" y="5722940"/>
            <a:ext cx="3842810" cy="714244"/>
          </a:xfrm>
          <a:prstGeom prst="roundRect">
            <a:avLst/>
          </a:prstGeom>
          <a:solidFill>
            <a:srgbClr val="0070C0"/>
          </a:solidFill>
          <a:ln w="12700">
            <a:noFill/>
          </a:ln>
          <a:effectLst>
            <a:glow rad="635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180W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持续稳定带载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BADB5E5D-B977-70E8-147D-246AFA357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29" y="692092"/>
            <a:ext cx="528862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2025 </a:t>
            </a: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MPS</a:t>
            </a: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“智驱未来”</a:t>
            </a:r>
            <a:endParaRPr kumimoji="0" lang="en-US" altLang="zh-CN" sz="3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机器人芯动力设计挑战赛</a:t>
            </a:r>
            <a:endParaRPr kumimoji="0" lang="en-US" altLang="zh-CN" sz="3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8D111A8-FA7F-BD90-E24A-BA24D0718D66}"/>
              </a:ext>
            </a:extLst>
          </p:cNvPr>
          <p:cNvSpPr txBox="1"/>
          <p:nvPr/>
        </p:nvSpPr>
        <p:spPr>
          <a:xfrm>
            <a:off x="3337562" y="6375911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——解锁关节电机与智能电源新维度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815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75</Words>
  <Application>Microsoft Office PowerPoint</Application>
  <PresentationFormat>宽屏</PresentationFormat>
  <Paragraphs>19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Rise Sun</dc:creator>
  <cp:lastModifiedBy>Rise Sun</cp:lastModifiedBy>
  <cp:revision>16</cp:revision>
  <dcterms:created xsi:type="dcterms:W3CDTF">2026-03-27T11:54:15Z</dcterms:created>
  <dcterms:modified xsi:type="dcterms:W3CDTF">2026-09-07T12:59:27Z</dcterms:modified>
</cp:coreProperties>
</file>