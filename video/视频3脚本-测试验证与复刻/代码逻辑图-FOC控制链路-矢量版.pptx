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D3518-86B4-E62D-0A4D-0E3DD4C58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C4BAF4-ABCB-34C1-59C8-0A8B17DAE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102B6-9015-314E-EA92-D82909ED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5F1D0A-A08C-2A23-3A37-9741F4C8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C0E4AD-55BF-61F7-1D9E-7B15F95A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28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DD1C2-D06C-F3F5-59E0-B10F883E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C0595D-1E58-5A74-A811-1A84B1448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9C10C-3D62-FE89-186E-8C41B1E0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6D2B06-F4E7-534A-1339-9CE10A68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FA78FB-5ADA-B6E2-B748-3D6D99DF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15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B1E9D-B0FB-0996-B148-578CFF8C5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2BD2EB-6AC2-8A0A-89C7-02C24C60A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C86DDA-476B-9CCB-2F41-8FE3BA1E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EFB94-EE5F-3D2F-FDD8-BA1037977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441BAF-47F5-049E-41F5-B4D2B5FF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985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C728F-66B6-7DF6-A91E-733A664A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3279CC-98C4-D086-6942-9A11FB419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502D7B-6802-28D1-992C-852A60A0D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5FE3C8-5532-70E1-EC73-7CB71ACE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E30EDC-E42C-AF77-D8AE-5EDC9F278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CECFD2-0AD2-6B31-D3BE-6DA71ABF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80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7A8F7-C22D-BD63-A98E-828FE677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6BD0F9-5504-102C-B827-5FF7C7F8F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A43130-6285-6AF0-50D4-CE63950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216145-5A12-BC6D-F9EF-459693F1A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0075583-B10A-5D3C-6A6D-4270714A3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002DDB-02E6-51AA-5074-76D6D2736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3212EA-538C-3B69-49E5-79C4D3E2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660DEB-9F32-D892-CC0E-AA3F0C64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062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40AEE-258E-FEFD-1130-4EBE9445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A34986-0CCC-519B-8244-D05E6DE24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2F8146-2B42-3A35-84CC-19AE1CE4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148159-6C18-B8D0-581F-7A4BB7CD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38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4D7D2-AC05-6EFB-CCF4-69A7A958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06B2CD-9127-36AE-1CD6-A36EF6AF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E8DE2C-9239-1D9B-5B10-C4294DE3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21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D03AC-38EC-0953-92B9-5D989895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466916-55B4-28A6-F5B9-26339175A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78173-0633-7BB9-C88C-6B9A53D17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FE8533-CB7E-D6CF-5DFD-BBFEF161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D03352-A013-B9F8-9BEC-A4A00EA1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88D2D1-7E02-18CA-B379-32F681CC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347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67044-2317-8D28-A27F-C67CCF1FB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C239BB-8F3B-1CA0-9968-4C7E5A141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A33D4C-1850-86B8-6B1F-8737B2D9D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B5CDBF-1EC2-751C-4B2E-EED10712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3DDA91-15C1-FD77-FFBC-C494C914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1257FC-63DB-2235-37AE-DF1D7582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40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D2B8F-BD71-C3AF-0C4D-40457312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2DE0A3-3A44-1F4F-B3F8-35652A533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D94008-C59E-D587-2369-A1125D6AA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BC5B5E-A5F6-FD0A-C77D-6EBDCE05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49716-3148-B2AC-A85F-3CF78C43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80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62DAB3-5D36-DDF0-FFBD-442A0FC25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B9EB51-978C-C80B-817C-24FAA0E03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753D6-DCFB-9DCC-A28A-9E0F3C435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087E4-F108-B182-1F2D-82777033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30AAB-94E7-34B0-3632-632F55C2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43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8CB8C0-6D93-02ED-79E7-C495930F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B27D3-64BB-224E-5D52-783FAD8D7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88D013-DCEB-1E91-CEF2-3A98D626D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354FB-09CE-4A41-9BEA-611D03246DD9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6DF9C4-1C73-4E40-383A-CF6D035C5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0D36F4-C58B-BEBF-212D-54901DE4F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9295-1B85-4E7B-ADF3-4226DD59C4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16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F598040E-E8F4-158A-822F-F2079F1CFA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18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 Sun</dc:creator>
  <cp:lastModifiedBy>Rise Sun</cp:lastModifiedBy>
  <cp:revision>1</cp:revision>
  <dcterms:created xsi:type="dcterms:W3CDTF">2026-06-28T12:53:14Z</dcterms:created>
  <dcterms:modified xsi:type="dcterms:W3CDTF">2026-06-28T12:53:14Z</dcterms:modified>
</cp:coreProperties>
</file>