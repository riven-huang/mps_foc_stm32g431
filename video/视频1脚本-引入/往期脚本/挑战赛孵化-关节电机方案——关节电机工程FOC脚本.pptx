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media/image2.jpg" ContentType="image/jpeg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omments/modernComment_167_29C30F1.xml" ContentType="application/vnd.ms-powerpoint.comment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56" r:id="rId2"/>
    <p:sldId id="269" r:id="rId3"/>
    <p:sldId id="270" r:id="rId4"/>
    <p:sldId id="271" r:id="rId5"/>
    <p:sldId id="274" r:id="rId6"/>
    <p:sldId id="2147473273" r:id="rId7"/>
    <p:sldId id="359" r:id="rId8"/>
    <p:sldId id="360" r:id="rId9"/>
    <p:sldId id="272" r:id="rId10"/>
  </p:sldIdLst>
  <p:sldSz cx="12192000" cy="6858000"/>
  <p:notesSz cx="6858000" cy="9144000"/>
  <p:defaultTextStyle>
    <a:lvl1pPr marL="0" lvl="0" algn="l" defTabSz="914400">
      <a:lnSpc>
        <a:spcPct val="130000"/>
      </a:lnSpc>
      <a:defRPr sz="1800" kern="1200">
        <a:solidFill>
          <a:schemeClr val="tx1"/>
        </a:solidFill>
        <a:latin typeface="Arial"/>
        <a:ea typeface="Microsoft YaHei"/>
      </a:defRPr>
    </a:lvl1pPr>
    <a:lvl2pPr marL="457200" lvl="1" algn="l" defTabSz="914400">
      <a:lnSpc>
        <a:spcPct val="130000"/>
      </a:lnSpc>
      <a:defRPr sz="1800" kern="1200">
        <a:solidFill>
          <a:schemeClr val="tx1"/>
        </a:solidFill>
        <a:latin typeface="Arial"/>
        <a:ea typeface="Microsoft YaHei"/>
      </a:defRPr>
    </a:lvl2pPr>
    <a:lvl3pPr marL="914400" lvl="2" algn="l" defTabSz="914400">
      <a:lnSpc>
        <a:spcPct val="130000"/>
      </a:lnSpc>
      <a:defRPr sz="1800" kern="1200">
        <a:solidFill>
          <a:schemeClr val="tx1"/>
        </a:solidFill>
        <a:latin typeface="Arial"/>
        <a:ea typeface="Microsoft YaHei"/>
      </a:defRPr>
    </a:lvl3pPr>
    <a:lvl4pPr marL="1371600" lvl="3" algn="l" defTabSz="914400">
      <a:lnSpc>
        <a:spcPct val="130000"/>
      </a:lnSpc>
      <a:defRPr sz="1800" kern="1200">
        <a:solidFill>
          <a:schemeClr val="tx1"/>
        </a:solidFill>
        <a:latin typeface="Arial"/>
        <a:ea typeface="Microsoft YaHei"/>
      </a:defRPr>
    </a:lvl4pPr>
    <a:lvl5pPr marL="1828800" lvl="4" algn="l" defTabSz="914400">
      <a:lnSpc>
        <a:spcPct val="130000"/>
      </a:lnSpc>
      <a:defRPr sz="1800" kern="1200">
        <a:solidFill>
          <a:schemeClr val="tx1"/>
        </a:solidFill>
        <a:latin typeface="Arial"/>
        <a:ea typeface="Microsoft YaHei"/>
      </a:defRPr>
    </a:lvl5pPr>
    <a:lvl6pPr marL="2286000" lvl="5" algn="l" defTabSz="914400">
      <a:lnSpc>
        <a:spcPct val="130000"/>
      </a:lnSpc>
      <a:defRPr sz="1800" kern="1200">
        <a:solidFill>
          <a:schemeClr val="tx1"/>
        </a:solidFill>
        <a:latin typeface="Arial"/>
        <a:ea typeface="Microsoft YaHei"/>
      </a:defRPr>
    </a:lvl6pPr>
    <a:lvl7pPr marL="2743200" lvl="6" algn="l" defTabSz="914400">
      <a:lnSpc>
        <a:spcPct val="130000"/>
      </a:lnSpc>
      <a:defRPr sz="1800" kern="1200">
        <a:solidFill>
          <a:schemeClr val="tx1"/>
        </a:solidFill>
        <a:latin typeface="Arial"/>
        <a:ea typeface="Microsoft YaHei"/>
      </a:defRPr>
    </a:lvl7pPr>
    <a:lvl8pPr marL="3200400" lvl="7" algn="l" defTabSz="914400">
      <a:lnSpc>
        <a:spcPct val="130000"/>
      </a:lnSpc>
      <a:defRPr sz="1800" kern="1200">
        <a:solidFill>
          <a:schemeClr val="tx1"/>
        </a:solidFill>
        <a:latin typeface="Arial"/>
        <a:ea typeface="Microsoft YaHei"/>
      </a:defRPr>
    </a:lvl8pPr>
    <a:lvl9pPr marL="3657600" lvl="8" algn="l" defTabSz="914400">
      <a:lnSpc>
        <a:spcPct val="130000"/>
      </a:lnSpc>
      <a:defRPr sz="1800" kern="1200">
        <a:solidFill>
          <a:schemeClr val="tx1"/>
        </a:solidFill>
        <a:latin typeface="Arial"/>
        <a:ea typeface="Microsoft YaHei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AC17FB6-8DBC-C8E7-EA6A-CEBDE8B2FED1}" name="Leofwine (Huiwen) Yang" initials="LY" userId="S::Leofwine.Yang@monolithicpower.com::0932449c-f7f0-431c-862c-019f5987d925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70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8542034-FE4F-4ADA-92B8-4CA66D0F0DF3}" styleName="腾讯文档-基本">
    <a:wholeTbl>
      <a:tcTxStyle>
        <a:fontRef idx="minor"/>
        <a:srgbClr val="000000"/>
      </a:tcTxStyle>
      <a:tcStyle>
        <a:tcBdr>
          <a:left>
            <a:ln w="12700" cmpd="sng">
              <a:solidFill>
                <a:srgbClr val="999999"/>
              </a:solidFill>
            </a:ln>
          </a:left>
          <a:right>
            <a:ln w="12700" cmpd="sng">
              <a:solidFill>
                <a:srgbClr val="999999"/>
              </a:solidFill>
            </a:ln>
          </a:right>
          <a:top>
            <a:ln w="12700" cmpd="sng">
              <a:solidFill>
                <a:srgbClr val="999999"/>
              </a:solidFill>
            </a:ln>
          </a:top>
          <a:bottom>
            <a:ln w="12700" cmpd="sng">
              <a:solidFill>
                <a:srgbClr val="999999"/>
              </a:solidFill>
            </a:ln>
          </a:bottom>
          <a:insideH>
            <a:ln w="12700" cmpd="sng">
              <a:solidFill>
                <a:srgbClr val="999999"/>
              </a:solidFill>
            </a:ln>
          </a:insideH>
          <a:insideV>
            <a:ln w="12700" cmpd="sng">
              <a:solidFill>
                <a:srgbClr val="999999"/>
              </a:solidFill>
            </a:ln>
          </a:insideV>
        </a:tcBdr>
        <a:fill>
          <a:solidFill>
            <a:srgbClr val="FFFFFF"/>
          </a:solidFill>
        </a:fill>
      </a:tcStyle>
    </a:wholeTbl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041" autoAdjust="0"/>
    <p:restoredTop sz="83914" autoAdjust="0"/>
  </p:normalViewPr>
  <p:slideViewPr>
    <p:cSldViewPr snapToGrid="0">
      <p:cViewPr varScale="1">
        <p:scale>
          <a:sx n="135" d="100"/>
          <a:sy n="135" d="100"/>
        </p:scale>
        <p:origin x="786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8/10/relationships/authors" Target="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omments/modernComment_167_29C30F1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A5490EE3-A8B6-42EF-83D9-47F8788E4D47}" authorId="{1AC17FB6-8DBC-C8E7-EA6A-CEBDE8B2FED1}" created="2026-05-19T02:10:19.177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43790577" sldId="359"/>
      <ac:spMk id="53" creationId="{0F083F37-5B71-0D54-33A8-ABE0CC42AEC0}"/>
      <ac:txMk cp="0" len="5">
        <ac:context len="6" hash="1296426890"/>
      </ac:txMk>
    </ac:txMkLst>
    <p188:pos x="1346052" y="339549"/>
    <p188:txBody>
      <a:bodyPr/>
      <a:lstStyle/>
      <a:p>
        <a:r>
          <a:rPr lang="zh-CN" altLang="en-US"/>
          <a:t>其他品牌隐去型号
如INA240A1换成电流感应放大器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1E7CBA-572D-1E83-596C-E70532EEB1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备注占位符 9">
            <a:extLst>
              <a:ext uri="{FF2B5EF4-FFF2-40B4-BE49-F238E27FC236}">
                <a16:creationId xmlns:a16="http://schemas.microsoft.com/office/drawing/2014/main" id="{4BA27594-16DC-170F-69B7-782806E6B5E4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0" y="0"/>
            <a:ext cx="177800" cy="444500"/>
          </a:xfrm>
          <a:prstGeom prst="rect">
            <a:avLst/>
          </a:prstGeom>
        </p:spPr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112276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A95E54-F4D7-1618-07C0-D568E8FDFA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备注占位符 9">
            <a:extLst>
              <a:ext uri="{FF2B5EF4-FFF2-40B4-BE49-F238E27FC236}">
                <a16:creationId xmlns:a16="http://schemas.microsoft.com/office/drawing/2014/main" id="{EC579B1E-62F7-9841-F530-E70AD263ADAD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0" y="0"/>
            <a:ext cx="177800" cy="444500"/>
          </a:xfrm>
          <a:prstGeom prst="rect">
            <a:avLst/>
          </a:prstGeom>
        </p:spPr>
        <p:txBody>
          <a:bodyPr/>
          <a:lstStyle/>
          <a:p>
            <a:pPr marL="285750" indent="-285750" algn="l">
              <a:lnSpc>
                <a:spcPts val="2000"/>
              </a:lnSpc>
              <a:buFont typeface="Arial" panose="020B0604020202020204" pitchFamily="34" charset="0"/>
              <a:buChar char="•"/>
            </a:pPr>
            <a:r>
              <a:rPr lang="zh-CN" altLang="en-US" sz="1600" b="0" i="0" dirty="0">
                <a:solidFill>
                  <a:srgbClr val="1A1C1F"/>
                </a:solidFill>
                <a:effectLst/>
                <a:latin typeface="+mn-ea"/>
                <a:ea typeface="+mn-ea"/>
              </a:rPr>
              <a:t>近年来，机器人和具身智能的发展迅速，尤其是人形机器人、四足机器人、协作机械臂这些方向，已经从实验室展示逐渐走向真实应用。这里面有一个很核心、但经常被忽略的部分，就是关节电机。</a:t>
            </a:r>
            <a:endParaRPr lang="en-US" altLang="zh-CN" sz="1600" b="0" i="0" dirty="0">
              <a:solidFill>
                <a:srgbClr val="1A1C1F"/>
              </a:solidFill>
              <a:effectLst/>
              <a:latin typeface="+mn-ea"/>
              <a:ea typeface="+mn-ea"/>
            </a:endParaRPr>
          </a:p>
          <a:p>
            <a:pPr marL="285750" indent="-285750" algn="l">
              <a:lnSpc>
                <a:spcPts val="2000"/>
              </a:lnSpc>
              <a:buFont typeface="Arial" panose="020B0604020202020204" pitchFamily="34" charset="0"/>
              <a:buChar char="•"/>
            </a:pPr>
            <a:endParaRPr lang="zh-CN" altLang="en-US" sz="1600" b="0" i="0" dirty="0">
              <a:solidFill>
                <a:srgbClr val="1A1C1F"/>
              </a:solidFill>
              <a:effectLst/>
              <a:latin typeface="+mn-ea"/>
              <a:ea typeface="+mn-ea"/>
            </a:endParaRPr>
          </a:p>
          <a:p>
            <a:pPr marL="285750" indent="-285750" algn="l">
              <a:lnSpc>
                <a:spcPts val="2000"/>
              </a:lnSpc>
              <a:buFont typeface="Arial" panose="020B0604020202020204" pitchFamily="34" charset="0"/>
              <a:buChar char="•"/>
            </a:pPr>
            <a:r>
              <a:rPr lang="zh-CN" altLang="en-US" sz="1600" b="0" i="0" dirty="0">
                <a:solidFill>
                  <a:srgbClr val="1A1C1F"/>
                </a:solidFill>
                <a:effectLst/>
                <a:latin typeface="+mn-ea"/>
                <a:ea typeface="+mn-ea"/>
              </a:rPr>
              <a:t>对机器人来说，关节就像人的一样，决定了它能不能稳定地站起来、走起来、抓取物体，甚至完成更精细的动作。而想让一个电机既有力、又平稳、还要响应快，就离不开 </a:t>
            </a:r>
            <a:r>
              <a:rPr lang="en-US" altLang="zh-CN" sz="1600" b="0" i="0" dirty="0">
                <a:solidFill>
                  <a:srgbClr val="1A1C1F"/>
                </a:solidFill>
                <a:effectLst/>
                <a:latin typeface="+mn-ea"/>
                <a:ea typeface="+mn-ea"/>
              </a:rPr>
              <a:t>FOC</a:t>
            </a:r>
            <a:r>
              <a:rPr lang="zh-CN" altLang="en-US" sz="1600" b="0" i="0" dirty="0">
                <a:solidFill>
                  <a:srgbClr val="1A1C1F"/>
                </a:solidFill>
                <a:effectLst/>
                <a:latin typeface="+mn-ea"/>
                <a:ea typeface="+mn-ea"/>
              </a:rPr>
              <a:t>，也就是电机的磁场定向控制。它直接影响电机的转矩控制、速度控制和位置控制效果。</a:t>
            </a:r>
            <a:endParaRPr lang="en-US" altLang="zh-CN" sz="1600" b="0" i="0" dirty="0">
              <a:solidFill>
                <a:srgbClr val="1A1C1F"/>
              </a:solidFill>
              <a:effectLst/>
              <a:latin typeface="+mn-ea"/>
              <a:ea typeface="+mn-ea"/>
            </a:endParaRPr>
          </a:p>
          <a:p>
            <a:pPr marL="285750" indent="-285750" algn="l">
              <a:lnSpc>
                <a:spcPts val="2000"/>
              </a:lnSpc>
              <a:buFont typeface="Arial" panose="020B0604020202020204" pitchFamily="34" charset="0"/>
              <a:buChar char="•"/>
            </a:pPr>
            <a:endParaRPr lang="zh-CN" altLang="en-US" sz="1600" b="0" i="0" dirty="0">
              <a:solidFill>
                <a:srgbClr val="1A1C1F"/>
              </a:solidFill>
              <a:effectLst/>
              <a:latin typeface="+mn-ea"/>
              <a:ea typeface="+mn-ea"/>
            </a:endParaRPr>
          </a:p>
          <a:p>
            <a:pPr marL="285750" indent="-285750" algn="l">
              <a:lnSpc>
                <a:spcPts val="2000"/>
              </a:lnSpc>
              <a:buFont typeface="Arial" panose="020B0604020202020204" pitchFamily="34" charset="0"/>
              <a:buChar char="•"/>
            </a:pPr>
            <a:r>
              <a:rPr lang="zh-CN" altLang="en-US" sz="1600" b="0" i="0" dirty="0">
                <a:solidFill>
                  <a:srgbClr val="1A1C1F"/>
                </a:solidFill>
                <a:effectLst/>
                <a:latin typeface="+mn-ea"/>
                <a:ea typeface="+mn-ea"/>
              </a:rPr>
              <a:t>但真正想自己做一套关节电机控制系统时，仍然存在一定门槛和学习成本。它涉及到控制算法，驱动芯片、电源设计、电流采样、编码器反馈、</a:t>
            </a:r>
            <a:r>
              <a:rPr lang="en-US" altLang="zh-CN" sz="1600" b="0" i="0" dirty="0">
                <a:solidFill>
                  <a:srgbClr val="1A1C1F"/>
                </a:solidFill>
                <a:effectLst/>
                <a:latin typeface="+mn-ea"/>
                <a:ea typeface="+mn-ea"/>
              </a:rPr>
              <a:t>PCB Layout</a:t>
            </a:r>
            <a:r>
              <a:rPr lang="zh-CN" altLang="en-US" sz="1600" b="0" i="0" dirty="0">
                <a:solidFill>
                  <a:srgbClr val="1A1C1F"/>
                </a:solidFill>
                <a:effectLst/>
                <a:latin typeface="+mn-ea"/>
                <a:ea typeface="+mn-ea"/>
              </a:rPr>
              <a:t>、上电调试和保护机制等诸多内容。</a:t>
            </a:r>
            <a:endParaRPr lang="en-US" altLang="zh-CN" sz="1600" b="0" i="0" dirty="0">
              <a:solidFill>
                <a:srgbClr val="1A1C1F"/>
              </a:solidFill>
              <a:effectLst/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5623446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CDBED6-0B3F-127C-6636-9A046D4D00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备注占位符 9">
            <a:extLst>
              <a:ext uri="{FF2B5EF4-FFF2-40B4-BE49-F238E27FC236}">
                <a16:creationId xmlns:a16="http://schemas.microsoft.com/office/drawing/2014/main" id="{C2F43801-D783-A7F3-EFF3-0CFCB9254B11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0" y="0"/>
            <a:ext cx="177800" cy="444500"/>
          </a:xfrm>
          <a:prstGeom prst="rect">
            <a:avLst/>
          </a:prstGeom>
        </p:spPr>
        <p:txBody>
          <a:bodyPr/>
          <a:lstStyle/>
          <a:p>
            <a:pPr marL="285750" indent="-285750" algn="l">
              <a:lnSpc>
                <a:spcPts val="2000"/>
              </a:lnSpc>
              <a:buFont typeface="Arial" panose="020B0604020202020204" pitchFamily="34" charset="0"/>
              <a:buChar char="•"/>
            </a:pPr>
            <a:r>
              <a:rPr lang="zh-CN" altLang="en-US" sz="1600" b="0" i="0" dirty="0">
                <a:solidFill>
                  <a:srgbClr val="1A1C1F"/>
                </a:solidFill>
                <a:effectLst/>
                <a:latin typeface="+mn-ea"/>
                <a:ea typeface="+mn-ea"/>
              </a:rPr>
              <a:t>刚好借着 </a:t>
            </a:r>
            <a:r>
              <a:rPr lang="en-US" altLang="zh-CN" sz="1600" b="0" i="0" dirty="0">
                <a:solidFill>
                  <a:srgbClr val="1A1C1F"/>
                </a:solidFill>
                <a:effectLst/>
                <a:latin typeface="+mn-ea"/>
                <a:ea typeface="+mn-ea"/>
              </a:rPr>
              <a:t>MPS </a:t>
            </a:r>
            <a:r>
              <a:rPr lang="zh-CN" altLang="en-US" sz="1600" b="0" i="0" dirty="0">
                <a:solidFill>
                  <a:srgbClr val="1A1C1F"/>
                </a:solidFill>
                <a:effectLst/>
                <a:latin typeface="+mn-ea"/>
                <a:ea typeface="+mn-ea"/>
              </a:rPr>
              <a:t>推出了 </a:t>
            </a:r>
            <a:r>
              <a:rPr lang="en-US" altLang="zh-CN" sz="1600" b="0" i="0" dirty="0">
                <a:solidFill>
                  <a:srgbClr val="1A1C1F"/>
                </a:solidFill>
                <a:effectLst/>
                <a:latin typeface="+mn-ea"/>
                <a:ea typeface="+mn-ea"/>
              </a:rPr>
              <a:t>2025 </a:t>
            </a:r>
            <a:r>
              <a:rPr lang="zh-CN" altLang="en-US" sz="1600" b="0" i="0" dirty="0">
                <a:solidFill>
                  <a:srgbClr val="1A1C1F"/>
                </a:solidFill>
                <a:effectLst/>
                <a:latin typeface="+mn-ea"/>
                <a:ea typeface="+mn-ea"/>
              </a:rPr>
              <a:t>机器人关节电机挑战赛，提供了一套完整的电机驱动和电源方案。</a:t>
            </a:r>
            <a:r>
              <a:rPr lang="zh-CN" altLang="en-US" sz="2400" dirty="0"/>
              <a:t>我就借此机会，设计并实现了一套完整的闭环 </a:t>
            </a:r>
            <a:r>
              <a:rPr lang="en-US" altLang="zh-CN" sz="2400" dirty="0"/>
              <a:t>FOC </a:t>
            </a:r>
            <a:r>
              <a:rPr lang="zh-CN" altLang="en-US" sz="2400" dirty="0"/>
              <a:t>关节控制系统参与该比赛，并进行一系列测试，获得一等奖，验证了该套方案的可行性。</a:t>
            </a:r>
            <a:endParaRPr lang="zh-CN" altLang="en-US" sz="1600" b="0" i="0" dirty="0">
              <a:solidFill>
                <a:srgbClr val="1A1C1F"/>
              </a:solidFill>
              <a:effectLst/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9510088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F5B30A-7DEE-A492-D743-DD29F6357D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备注占位符 9">
            <a:extLst>
              <a:ext uri="{FF2B5EF4-FFF2-40B4-BE49-F238E27FC236}">
                <a16:creationId xmlns:a16="http://schemas.microsoft.com/office/drawing/2014/main" id="{7A4DC4A5-DF86-7AFA-9E1B-C639B82C8CA7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0" y="0"/>
            <a:ext cx="177800" cy="444500"/>
          </a:xfrm>
          <a:prstGeom prst="rect">
            <a:avLst/>
          </a:prstGeom>
        </p:spPr>
        <p:txBody>
          <a:bodyPr/>
          <a:lstStyle/>
          <a:p>
            <a:pPr marL="285750" marR="0" lvl="0" indent="-285750" algn="l" defTabSz="91440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CN" sz="2400" dirty="0"/>
              <a:t>MPS </a:t>
            </a:r>
            <a:r>
              <a:rPr lang="zh-CN" altLang="en-US" sz="2400" dirty="0"/>
              <a:t>一直致力于不断突破功率密度的极限，将复杂的硬件系统做到极致的小巧与高效。例如后面要提到的</a:t>
            </a:r>
            <a:r>
              <a:rPr lang="en-US" altLang="zh-CN" sz="2400" dirty="0"/>
              <a:t>MP3632S</a:t>
            </a:r>
            <a:r>
              <a:rPr lang="zh-CN" altLang="en-US" sz="2400" dirty="0"/>
              <a:t>与</a:t>
            </a:r>
            <a:r>
              <a:rPr lang="en-US" altLang="zh-CN" sz="2400" dirty="0"/>
              <a:t>MP6539</a:t>
            </a:r>
            <a:r>
              <a:rPr lang="zh-CN" altLang="en-US" sz="2400" dirty="0"/>
              <a:t>等，都是高集成度的典型代表，对比传统的其他开关电源或</a:t>
            </a:r>
            <a:r>
              <a:rPr lang="en-US" altLang="zh-CN" sz="2400" dirty="0"/>
              <a:t>MOS</a:t>
            </a:r>
            <a:r>
              <a:rPr lang="zh-CN" altLang="en-US" sz="2400" dirty="0"/>
              <a:t>驱动，庞杂的驱动、功率器件、保护电路融于方寸之间。这与电机控制领域渴求的‘化繁为简’理念不谋而合。</a:t>
            </a:r>
            <a:endParaRPr lang="zh-CN" altLang="en-US" sz="1600" b="0" i="0" dirty="0">
              <a:solidFill>
                <a:srgbClr val="1A1C1F"/>
              </a:solidFill>
              <a:effectLst/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7513662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48AD1E-DAE8-328A-B779-26C50EED8B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6CFF1FB-92ED-31A1-A0ED-D30FB4C33D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99197C3-066F-DB8D-754A-03425492D9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BAAECC2-D07E-1BF7-BCDB-8333A578C5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86558B-D363-4614-BF9C-2488D1FD598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827927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1:30</a:t>
            </a:r>
            <a:r>
              <a:rPr lang="zh-CN" altLang="en-US" dirty="0"/>
              <a:t> </a:t>
            </a:r>
            <a:r>
              <a:rPr lang="en-US" altLang="zh-CN" dirty="0"/>
              <a:t>–</a:t>
            </a:r>
            <a:r>
              <a:rPr lang="zh-CN" altLang="en-US" dirty="0"/>
              <a:t> </a:t>
            </a:r>
            <a:r>
              <a:rPr lang="en-US" altLang="zh-CN" dirty="0"/>
              <a:t>2:20</a:t>
            </a:r>
          </a:p>
          <a:p>
            <a:r>
              <a:rPr lang="zh-CN" altLang="en-US" dirty="0"/>
              <a:t>系统的整体架构主要分为供电、驱动控制和闭环反馈三大模块。辅助电源部分由 </a:t>
            </a:r>
            <a:r>
              <a:rPr lang="en-US" altLang="zh-CN" dirty="0"/>
              <a:t>MP4583</a:t>
            </a:r>
            <a:r>
              <a:rPr lang="zh-CN" altLang="en-US" dirty="0"/>
              <a:t>、</a:t>
            </a:r>
            <a:r>
              <a:rPr lang="en-US" altLang="zh-CN" dirty="0"/>
              <a:t>MPM3632S </a:t>
            </a:r>
            <a:r>
              <a:rPr lang="zh-CN" altLang="en-US" dirty="0"/>
              <a:t>等降压芯片与隔离模块组合，将 </a:t>
            </a:r>
            <a:r>
              <a:rPr lang="en-US" altLang="zh-CN" dirty="0"/>
              <a:t>48V </a:t>
            </a:r>
            <a:r>
              <a:rPr lang="zh-CN" altLang="en-US" dirty="0"/>
              <a:t>主电源逐级转化为 </a:t>
            </a:r>
            <a:r>
              <a:rPr lang="en-US" altLang="zh-CN" dirty="0"/>
              <a:t>12V</a:t>
            </a:r>
            <a:r>
              <a:rPr lang="zh-CN" altLang="en-US" dirty="0"/>
              <a:t>、</a:t>
            </a:r>
            <a:r>
              <a:rPr lang="en-US" altLang="zh-CN" dirty="0"/>
              <a:t>5V </a:t>
            </a:r>
            <a:r>
              <a:rPr lang="zh-CN" altLang="en-US" dirty="0"/>
              <a:t>和 </a:t>
            </a:r>
            <a:r>
              <a:rPr lang="en-US" altLang="zh-CN" dirty="0"/>
              <a:t>3.3V</a:t>
            </a:r>
            <a:r>
              <a:rPr lang="zh-CN" altLang="en-US" dirty="0"/>
              <a:t>，分别为主控 </a:t>
            </a:r>
            <a:r>
              <a:rPr lang="en-US" altLang="zh-CN" dirty="0"/>
              <a:t>MCU</a:t>
            </a:r>
            <a:r>
              <a:rPr lang="zh-CN" altLang="en-US" dirty="0"/>
              <a:t>、预驱动芯片以及通信接口提供稳定的供电。核心驱动部分以 </a:t>
            </a:r>
            <a:r>
              <a:rPr lang="en-US" altLang="zh-CN" dirty="0"/>
              <a:t>MP6539B </a:t>
            </a:r>
            <a:r>
              <a:rPr lang="zh-CN" altLang="en-US" dirty="0"/>
              <a:t>三相预驱动芯片为主，控制后级功率 </a:t>
            </a:r>
            <a:r>
              <a:rPr lang="en-US" altLang="zh-CN" dirty="0"/>
              <a:t>MOSFET </a:t>
            </a:r>
            <a:r>
              <a:rPr lang="zh-CN" altLang="en-US" dirty="0"/>
              <a:t>直接驱动电机运转。最后的闭环反馈环节，则通过电流传感器和 </a:t>
            </a:r>
            <a:r>
              <a:rPr lang="en-US" altLang="zh-CN" dirty="0"/>
              <a:t>MA600A </a:t>
            </a:r>
            <a:r>
              <a:rPr lang="zh-CN" altLang="en-US" dirty="0"/>
              <a:t>磁编码器，实时采集电机的相电流与转子位置信息并传回主控，从而完成整个系统的 </a:t>
            </a:r>
            <a:r>
              <a:rPr lang="en-US" altLang="zh-CN" dirty="0"/>
              <a:t>FOC </a:t>
            </a:r>
            <a:r>
              <a:rPr lang="zh-CN" altLang="en-US" dirty="0"/>
              <a:t>闭环控制。</a:t>
            </a:r>
          </a:p>
        </p:txBody>
      </p:sp>
    </p:spTree>
    <p:extLst>
      <p:ext uri="{BB962C8B-B14F-4D97-AF65-F5344CB8AC3E}">
        <p14:creationId xmlns:p14="http://schemas.microsoft.com/office/powerpoint/2010/main" val="351857898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E7CED-C7C2-8AA1-FF66-A2CF629152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备注占位符 9">
            <a:extLst>
              <a:ext uri="{FF2B5EF4-FFF2-40B4-BE49-F238E27FC236}">
                <a16:creationId xmlns:a16="http://schemas.microsoft.com/office/drawing/2014/main" id="{594698E4-1B0C-7884-7168-83BE7A1F00F2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0" y="0"/>
            <a:ext cx="177800" cy="44450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2:20</a:t>
            </a:r>
            <a:r>
              <a:rPr lang="zh-CN" altLang="en-US" dirty="0"/>
              <a:t> </a:t>
            </a:r>
            <a:r>
              <a:rPr lang="en-US" altLang="zh-CN" dirty="0"/>
              <a:t>–</a:t>
            </a:r>
            <a:r>
              <a:rPr lang="zh-CN" altLang="en-US" dirty="0"/>
              <a:t> </a:t>
            </a:r>
            <a:r>
              <a:rPr lang="en-US" altLang="zh-CN" dirty="0"/>
              <a:t>2:40</a:t>
            </a:r>
            <a:r>
              <a:rPr lang="zh-CN" altLang="en-US" dirty="0"/>
              <a:t>为了说明这套方案已经落地，我们做了完整测试。当前项目已经完成 </a:t>
            </a:r>
            <a:r>
              <a:rPr lang="en-US" altLang="zh-CN" dirty="0"/>
              <a:t>40V </a:t>
            </a:r>
            <a:r>
              <a:rPr lang="zh-CN" altLang="en-US" dirty="0"/>
              <a:t>到 </a:t>
            </a:r>
            <a:r>
              <a:rPr lang="en-US" altLang="zh-CN" dirty="0"/>
              <a:t>56V </a:t>
            </a:r>
            <a:r>
              <a:rPr lang="zh-CN" altLang="en-US" dirty="0"/>
              <a:t>宽输入、速度环和位置环控制，以及 </a:t>
            </a:r>
            <a:r>
              <a:rPr lang="en-US" altLang="zh-CN" dirty="0"/>
              <a:t>180W </a:t>
            </a:r>
            <a:r>
              <a:rPr lang="zh-CN" altLang="en-US" dirty="0"/>
              <a:t>对拖带载和温升测试。相关测试视频都可以在我</a:t>
            </a:r>
            <a:r>
              <a:rPr lang="en-US" altLang="zh-CN" dirty="0"/>
              <a:t>b</a:t>
            </a:r>
            <a:r>
              <a:rPr lang="zh-CN" altLang="en-US" dirty="0"/>
              <a:t>站的往期视频找到，或者查看开源文档</a:t>
            </a:r>
          </a:p>
        </p:txBody>
      </p:sp>
    </p:spTree>
    <p:extLst>
      <p:ext uri="{BB962C8B-B14F-4D97-AF65-F5344CB8AC3E}">
        <p14:creationId xmlns:p14="http://schemas.microsoft.com/office/powerpoint/2010/main" val="74569467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E6CB66-1354-4832-7732-DEE4C8F050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备注占位符 9">
            <a:extLst>
              <a:ext uri="{FF2B5EF4-FFF2-40B4-BE49-F238E27FC236}">
                <a16:creationId xmlns:a16="http://schemas.microsoft.com/office/drawing/2014/main" id="{4F71D534-3AD1-F718-0459-D9B4C379E27F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0" y="0"/>
            <a:ext cx="177800" cy="444500"/>
          </a:xfrm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rPr lang="zh-CN" altLang="en-US" dirty="0"/>
              <a:t>为了能让这份探索更有价值，这个项目从底层的硬件原理图、软件代码，再到完整的上电测试和复刻流程，我会细致到从发板到实际跑起来全过程，全部整理并开源出来。希望这些资料能为大家提供一个直观的参考。如果大家有兴趣，完全可以对照着，自己动手复刻一套真正能跑起来的</a:t>
            </a:r>
            <a:r>
              <a:rPr lang="en-US" altLang="zh-CN" dirty="0"/>
              <a:t>FOC</a:t>
            </a:r>
            <a:r>
              <a:rPr lang="zh-CN" altLang="en-US" dirty="0"/>
              <a:t>。</a:t>
            </a:r>
          </a:p>
          <a:p>
            <a:pPr>
              <a:buNone/>
            </a:pPr>
            <a:r>
              <a:rPr lang="zh-CN" altLang="en-US" dirty="0"/>
              <a:t>另外，</a:t>
            </a:r>
            <a:r>
              <a:rPr lang="zh-CN" altLang="en-US" b="1" dirty="0"/>
              <a:t>考虑到便于大家快速复刻本工程，零成本启动项目开发，</a:t>
            </a:r>
            <a:r>
              <a:rPr lang="zh-CN" altLang="en-US" dirty="0"/>
              <a:t>得益于 </a:t>
            </a:r>
            <a:r>
              <a:rPr lang="en-US" altLang="zh-CN" dirty="0"/>
              <a:t>MPS </a:t>
            </a:r>
            <a:r>
              <a:rPr lang="zh-CN" altLang="en-US" dirty="0"/>
              <a:t>官方的支持，大家在复刻这个项目时，相关</a:t>
            </a:r>
            <a:r>
              <a:rPr lang="en-US" altLang="zh-CN" dirty="0"/>
              <a:t>MPS</a:t>
            </a:r>
            <a:r>
              <a:rPr lang="zh-CN" altLang="en-US" dirty="0"/>
              <a:t>方案的芯片可以免费获取。</a:t>
            </a:r>
          </a:p>
          <a:p>
            <a:pPr>
              <a:buNone/>
            </a:pPr>
            <a:r>
              <a:rPr lang="en-US" altLang="zh-CN" dirty="0"/>
              <a:t>MPS </a:t>
            </a:r>
            <a:r>
              <a:rPr lang="zh-CN" altLang="en-US" dirty="0"/>
              <a:t>的‘大学计划’，持续支持高校学生的科研实践和电子类的学科竞赛。只要是在校学生，就可以通过 </a:t>
            </a:r>
            <a:r>
              <a:rPr lang="en-US" altLang="zh-CN" dirty="0"/>
              <a:t>MPS </a:t>
            </a:r>
            <a:r>
              <a:rPr lang="zh-CN" altLang="en-US" dirty="0"/>
              <a:t>官网的大学计划专属通道，申请到这套电机方案的免费样品。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我已经把所有的开源文件链接，以及芯片申请的官方入口，都详细地整理在了视频简介里。下一集进入硬件设计，讲这块板子为什么这样选型、这样分区，以及 </a:t>
            </a:r>
            <a:r>
              <a:rPr lang="en-US" altLang="zh-CN" dirty="0"/>
              <a:t>Layout </a:t>
            </a:r>
            <a:r>
              <a:rPr lang="zh-CN" altLang="en-US" dirty="0"/>
              <a:t>关键点。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690265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lvl="0" algn="ctr">
              <a:defRPr sz="6000"/>
            </a:lvl1pPr>
          </a:lstStyle>
          <a:p>
            <a:r>
              <a:rPr lang="zh-CN"/>
              <a:t>单击此处编辑母版标题样式</a:t>
            </a:r>
            <a:endParaRPr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lvl="0" indent="0" algn="ctr">
              <a:buNone/>
              <a:defRPr sz="2400"/>
            </a:lvl1pPr>
            <a:lvl2pPr marL="457200" lvl="1" indent="0" algn="ctr">
              <a:buNone/>
              <a:defRPr sz="2000"/>
            </a:lvl2pPr>
            <a:lvl3pPr marL="914400" lvl="2" indent="0" algn="ctr">
              <a:buNone/>
              <a:defRPr sz="1800"/>
            </a:lvl3pPr>
            <a:lvl4pPr marL="1371600" lvl="3" indent="0" algn="ctr">
              <a:buNone/>
              <a:defRPr sz="1600"/>
            </a:lvl4pPr>
            <a:lvl5pPr marL="1828800" lvl="4" indent="0" algn="ctr">
              <a:buNone/>
              <a:defRPr sz="1600"/>
            </a:lvl5pPr>
            <a:lvl6pPr marL="2286000" lvl="5" indent="0" algn="ctr">
              <a:buNone/>
              <a:defRPr sz="1600"/>
            </a:lvl6pPr>
            <a:lvl7pPr marL="2743200" lvl="6" indent="0" algn="ctr">
              <a:buNone/>
              <a:defRPr sz="1600"/>
            </a:lvl7pPr>
            <a:lvl8pPr marL="3200400" lvl="7" indent="0" algn="ctr">
              <a:buNone/>
              <a:defRPr sz="1600"/>
            </a:lvl8pPr>
            <a:lvl9pPr marL="3657600" lvl="8" indent="0" algn="ctr">
              <a:buNone/>
              <a:defRPr sz="1600"/>
            </a:lvl9pPr>
          </a:lstStyle>
          <a:p>
            <a:r>
              <a:rPr lang="zh-CN"/>
              <a:t>单击此处编辑母版副标题样式</a:t>
            </a:r>
            <a:endParaRPr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F7DC6A6-BF1E-4CE5-B3E6-718B8EA0B82A}" type="datetime1">
              <a:rPr lang="en-US" altLang="zh-CN"/>
              <a:t>5/19/2026</a:t>
            </a:fld>
            <a:endParaRPr lang="zh-CN"/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8FC705DF-EB6A-4429-A9CF-8086C29D54D9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/>
              <a:t>单击此处编辑母版标题样式</a:t>
            </a:r>
            <a:endParaRPr/>
          </a:p>
        </p:txBody>
      </p:sp>
      <p:sp>
        <p:nvSpPr>
          <p:cNvPr id="9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/>
              <a:t>单击此处编辑母版文本样式</a:t>
            </a:r>
            <a:endParaRPr/>
          </a:p>
          <a:p>
            <a:pPr lvl="1"/>
            <a:r>
              <a:rPr lang="zh-CN"/>
              <a:t>二级</a:t>
            </a:r>
            <a:endParaRPr/>
          </a:p>
          <a:p>
            <a:pPr lvl="2"/>
            <a:r>
              <a:rPr lang="zh-CN"/>
              <a:t>三级</a:t>
            </a:r>
            <a:endParaRPr/>
          </a:p>
          <a:p>
            <a:pPr lvl="3"/>
            <a:r>
              <a:rPr lang="zh-CN"/>
              <a:t>四级</a:t>
            </a:r>
            <a:endParaRPr/>
          </a:p>
          <a:p>
            <a:pPr lvl="4"/>
            <a:r>
              <a:rPr lang="zh-CN"/>
              <a:t>五级</a:t>
            </a:r>
            <a:endParaRPr/>
          </a:p>
        </p:txBody>
      </p:sp>
      <p:sp>
        <p:nvSpPr>
          <p:cNvPr id="10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B03108F-6D01-401F-BB83-A4EE273EE035}" type="datetime1">
              <a:rPr lang="en-US" altLang="zh-CN"/>
              <a:t>5/19/2026</a:t>
            </a:fld>
            <a:endParaRPr lang="zh-CN"/>
          </a:p>
        </p:txBody>
      </p:sp>
      <p:sp>
        <p:nvSpPr>
          <p:cNvPr id="11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12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2A18DFAB-279D-45FB-8988-01B47F34F95A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 lvl="0">
              <a:defRPr sz="6000"/>
            </a:lvl1pPr>
          </a:lstStyle>
          <a:p>
            <a:r>
              <a:rPr lang="zh-CN"/>
              <a:t>单击此处编辑母版标题样式</a:t>
            </a:r>
            <a:endParaRPr/>
          </a:p>
        </p:txBody>
      </p:sp>
      <p:sp>
        <p:nvSpPr>
          <p:cNvPr id="21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lv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lvl="1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lvl="2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lvl="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lvl="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lvl="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lvl="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lvl="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lvl="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/>
              <a:t>单击此处编辑母版文本样式</a:t>
            </a:r>
            <a:endParaRPr/>
          </a:p>
        </p:txBody>
      </p:sp>
      <p:sp>
        <p:nvSpPr>
          <p:cNvPr id="22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8D5B006A-3E28-4231-AF04-14767498E664}" type="datetime1">
              <a:rPr lang="en-US" altLang="zh-CN"/>
              <a:t>5/19/2026</a:t>
            </a:fld>
            <a:endParaRPr lang="zh-CN"/>
          </a:p>
        </p:txBody>
      </p:sp>
      <p:sp>
        <p:nvSpPr>
          <p:cNvPr id="23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24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8B94FA0-F740-4CDC-A935-5AEA919A98DA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/>
              <a:t>单击此处编辑母版标题样式</a:t>
            </a:r>
            <a:endParaRPr/>
          </a:p>
        </p:txBody>
      </p:sp>
      <p:sp>
        <p:nvSpPr>
          <p:cNvPr id="27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/>
              <a:t>单击此处编辑母版文本样式</a:t>
            </a:r>
            <a:endParaRPr/>
          </a:p>
          <a:p>
            <a:pPr lvl="1"/>
            <a:r>
              <a:rPr lang="zh-CN"/>
              <a:t>二级</a:t>
            </a:r>
            <a:endParaRPr/>
          </a:p>
          <a:p>
            <a:pPr lvl="2"/>
            <a:r>
              <a:rPr lang="zh-CN"/>
              <a:t>三级</a:t>
            </a:r>
            <a:endParaRPr/>
          </a:p>
          <a:p>
            <a:pPr lvl="3"/>
            <a:r>
              <a:rPr lang="zh-CN"/>
              <a:t>四级</a:t>
            </a:r>
            <a:endParaRPr/>
          </a:p>
          <a:p>
            <a:pPr lvl="4"/>
            <a:r>
              <a:rPr lang="zh-CN"/>
              <a:t>五级</a:t>
            </a:r>
            <a:endParaRPr/>
          </a:p>
        </p:txBody>
      </p:sp>
      <p:sp>
        <p:nvSpPr>
          <p:cNvPr id="28" name="内容占位符 3"/>
          <p:cNvSpPr>
            <a:spLocks noGrp="1"/>
          </p:cNvSpPr>
          <p:nvPr>
            <p:ph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/>
              <a:t>单击此处编辑母版文本样式</a:t>
            </a:r>
            <a:endParaRPr/>
          </a:p>
          <a:p>
            <a:pPr lvl="1"/>
            <a:r>
              <a:rPr lang="zh-CN"/>
              <a:t>二级</a:t>
            </a:r>
            <a:endParaRPr/>
          </a:p>
          <a:p>
            <a:pPr lvl="2"/>
            <a:r>
              <a:rPr lang="zh-CN"/>
              <a:t>三级</a:t>
            </a:r>
            <a:endParaRPr/>
          </a:p>
          <a:p>
            <a:pPr lvl="3"/>
            <a:r>
              <a:rPr lang="zh-CN"/>
              <a:t>四级</a:t>
            </a:r>
            <a:endParaRPr/>
          </a:p>
          <a:p>
            <a:pPr lvl="4"/>
            <a:r>
              <a:rPr lang="zh-CN"/>
              <a:t>五级</a:t>
            </a:r>
            <a:endParaRPr/>
          </a:p>
        </p:txBody>
      </p:sp>
      <p:sp>
        <p:nvSpPr>
          <p:cNvPr id="29" name="日期占位符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A1F3BCCF-927F-4C14-9052-F5177C3C439D}" type="datetime1">
              <a:rPr lang="en-US" altLang="zh-CN"/>
              <a:t>5/19/2026</a:t>
            </a:fld>
            <a:endParaRPr lang="zh-CN"/>
          </a:p>
        </p:txBody>
      </p:sp>
      <p:sp>
        <p:nvSpPr>
          <p:cNvPr id="30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31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408259AF-2A25-452C-AA5F-7B080E8C5A7E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/>
              <a:t>单击此处编辑母版标题样式</a:t>
            </a:r>
            <a:endParaRPr/>
          </a:p>
        </p:txBody>
      </p:sp>
      <p:sp>
        <p:nvSpPr>
          <p:cNvPr id="34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lvl="0" indent="0">
              <a:buNone/>
              <a:defRPr sz="2400" b="1"/>
            </a:lvl1pPr>
            <a:lvl2pPr marL="457200" lvl="1" indent="0">
              <a:buNone/>
              <a:defRPr sz="2000" b="1"/>
            </a:lvl2pPr>
            <a:lvl3pPr marL="914400" lvl="2" indent="0">
              <a:buNone/>
              <a:defRPr sz="1800" b="1"/>
            </a:lvl3pPr>
            <a:lvl4pPr marL="1371600" lvl="3" indent="0">
              <a:buNone/>
              <a:defRPr sz="1600" b="1"/>
            </a:lvl4pPr>
            <a:lvl5pPr marL="1828800" lvl="4" indent="0">
              <a:buNone/>
              <a:defRPr sz="1600" b="1"/>
            </a:lvl5pPr>
            <a:lvl6pPr marL="2286000" lvl="5" indent="0">
              <a:buNone/>
              <a:defRPr sz="1600" b="1"/>
            </a:lvl6pPr>
            <a:lvl7pPr marL="2743200" lvl="6" indent="0">
              <a:buNone/>
              <a:defRPr sz="1600" b="1"/>
            </a:lvl7pPr>
            <a:lvl8pPr marL="3200400" lvl="7" indent="0">
              <a:buNone/>
              <a:defRPr sz="1600" b="1"/>
            </a:lvl8pPr>
            <a:lvl9pPr marL="3657600" lvl="8" indent="0">
              <a:buNone/>
              <a:defRPr sz="1600" b="1"/>
            </a:lvl9pPr>
          </a:lstStyle>
          <a:p>
            <a:pPr lvl="0"/>
            <a:r>
              <a:rPr lang="zh-CN"/>
              <a:t>单击此处编辑母版文本样式</a:t>
            </a:r>
            <a:endParaRPr/>
          </a:p>
        </p:txBody>
      </p:sp>
      <p:sp>
        <p:nvSpPr>
          <p:cNvPr id="35" name="内容占位符 3"/>
          <p:cNvSpPr>
            <a:spLocks noGrp="1"/>
          </p:cNvSpPr>
          <p:nvPr>
            <p:ph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/>
              <a:t>单击此处编辑母版文本样式</a:t>
            </a:r>
            <a:endParaRPr/>
          </a:p>
          <a:p>
            <a:pPr lvl="1"/>
            <a:r>
              <a:rPr lang="zh-CN"/>
              <a:t>二级</a:t>
            </a:r>
            <a:endParaRPr/>
          </a:p>
          <a:p>
            <a:pPr lvl="2"/>
            <a:r>
              <a:rPr lang="zh-CN"/>
              <a:t>三级</a:t>
            </a:r>
            <a:endParaRPr/>
          </a:p>
          <a:p>
            <a:pPr lvl="3"/>
            <a:r>
              <a:rPr lang="zh-CN"/>
              <a:t>四级</a:t>
            </a:r>
            <a:endParaRPr/>
          </a:p>
          <a:p>
            <a:pPr lvl="4"/>
            <a:r>
              <a:rPr lang="zh-CN"/>
              <a:t>五级</a:t>
            </a:r>
            <a:endParaRPr/>
          </a:p>
        </p:txBody>
      </p:sp>
      <p:sp>
        <p:nvSpPr>
          <p:cNvPr id="36" name="文本占位符 4"/>
          <p:cNvSpPr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lvl="0" indent="0">
              <a:buNone/>
              <a:defRPr sz="2400" b="1"/>
            </a:lvl1pPr>
            <a:lvl2pPr marL="457200" lvl="1" indent="0">
              <a:buNone/>
              <a:defRPr sz="2000" b="1"/>
            </a:lvl2pPr>
            <a:lvl3pPr marL="914400" lvl="2" indent="0">
              <a:buNone/>
              <a:defRPr sz="1800" b="1"/>
            </a:lvl3pPr>
            <a:lvl4pPr marL="1371600" lvl="3" indent="0">
              <a:buNone/>
              <a:defRPr sz="1600" b="1"/>
            </a:lvl4pPr>
            <a:lvl5pPr marL="1828800" lvl="4" indent="0">
              <a:buNone/>
              <a:defRPr sz="1600" b="1"/>
            </a:lvl5pPr>
            <a:lvl6pPr marL="2286000" lvl="5" indent="0">
              <a:buNone/>
              <a:defRPr sz="1600" b="1"/>
            </a:lvl6pPr>
            <a:lvl7pPr marL="2743200" lvl="6" indent="0">
              <a:buNone/>
              <a:defRPr sz="1600" b="1"/>
            </a:lvl7pPr>
            <a:lvl8pPr marL="3200400" lvl="7" indent="0">
              <a:buNone/>
              <a:defRPr sz="1600" b="1"/>
            </a:lvl8pPr>
            <a:lvl9pPr marL="3657600" lvl="8" indent="0">
              <a:buNone/>
              <a:defRPr sz="1600" b="1"/>
            </a:lvl9pPr>
          </a:lstStyle>
          <a:p>
            <a:pPr lvl="0"/>
            <a:r>
              <a:rPr lang="zh-CN"/>
              <a:t>单击此处编辑母版文本样式</a:t>
            </a:r>
            <a:endParaRPr/>
          </a:p>
        </p:txBody>
      </p:sp>
      <p:sp>
        <p:nvSpPr>
          <p:cNvPr id="37" name="内容占位符 5"/>
          <p:cNvSpPr>
            <a:spLocks noGrp="1"/>
          </p:cNvSpPr>
          <p:nvPr>
            <p:ph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/>
              <a:t>单击此处编辑母版文本样式</a:t>
            </a:r>
            <a:endParaRPr/>
          </a:p>
          <a:p>
            <a:pPr lvl="1"/>
            <a:r>
              <a:rPr lang="zh-CN"/>
              <a:t>二级</a:t>
            </a:r>
            <a:endParaRPr/>
          </a:p>
          <a:p>
            <a:pPr lvl="2"/>
            <a:r>
              <a:rPr lang="zh-CN"/>
              <a:t>三级</a:t>
            </a:r>
            <a:endParaRPr/>
          </a:p>
          <a:p>
            <a:pPr lvl="3"/>
            <a:r>
              <a:rPr lang="zh-CN"/>
              <a:t>四级</a:t>
            </a:r>
            <a:endParaRPr/>
          </a:p>
          <a:p>
            <a:pPr lvl="4"/>
            <a:r>
              <a:rPr lang="zh-CN"/>
              <a:t>五级</a:t>
            </a:r>
            <a:endParaRPr/>
          </a:p>
        </p:txBody>
      </p:sp>
      <p:sp>
        <p:nvSpPr>
          <p:cNvPr id="38" name="日期占位符 6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19FF268-CF0C-4595-A6A8-A0B1FC2FEB42}" type="datetime1">
              <a:rPr lang="en-US" altLang="zh-CN"/>
              <a:t>5/19/2026</a:t>
            </a:fld>
            <a:endParaRPr lang="zh-CN"/>
          </a:p>
        </p:txBody>
      </p:sp>
      <p:sp>
        <p:nvSpPr>
          <p:cNvPr id="39" name="页脚占位符 7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0" name="灯片编号占位符 8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3A90A56-B7DA-460C-8F46-95BFAF0AF95F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/>
              <a:t>单击此处编辑母版标题样式</a:t>
            </a:r>
            <a:endParaRPr/>
          </a:p>
        </p:txBody>
      </p:sp>
      <p:sp>
        <p:nvSpPr>
          <p:cNvPr id="43" name="日期占位符 2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05E0E50-3259-4429-AAEB-7BA10F2285FC}" type="datetime1">
              <a:rPr lang="en-US" altLang="zh-CN"/>
              <a:t>5/19/2026</a:t>
            </a:fld>
            <a:endParaRPr lang="zh-CN"/>
          </a:p>
        </p:txBody>
      </p:sp>
      <p:sp>
        <p:nvSpPr>
          <p:cNvPr id="44" name="页脚占位符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5" name="灯片编号占位符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2178EC5-58A4-4F44-B83C-34BE3E218ABE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日期占位符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3EF5456-EA9D-47AD-816E-BBFCE6D3FB5C}" type="datetime1">
              <a:rPr lang="en-US" altLang="zh-CN"/>
              <a:t>5/19/2026</a:t>
            </a:fld>
            <a:endParaRPr lang="zh-CN"/>
          </a:p>
        </p:txBody>
      </p:sp>
      <p:sp>
        <p:nvSpPr>
          <p:cNvPr id="48" name="页脚占位符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9" name="灯片编号占位符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E3199BA4-F8C4-48F6-BF3D-6D4BD834E815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 lvl="0">
              <a:defRPr sz="3200"/>
            </a:lvl1pPr>
          </a:lstStyle>
          <a:p>
            <a:r>
              <a:rPr lang="zh-CN"/>
              <a:t>单击此处编辑母版标题样式</a:t>
            </a:r>
            <a:endParaRPr/>
          </a:p>
        </p:txBody>
      </p:sp>
      <p:sp>
        <p:nvSpPr>
          <p:cNvPr id="52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lvl="0">
              <a:defRPr sz="3200"/>
            </a:lvl1pPr>
            <a:lvl2pPr lvl="1">
              <a:defRPr sz="2800"/>
            </a:lvl2pPr>
            <a:lvl3pPr lvl="2">
              <a:defRPr sz="2400"/>
            </a:lvl3pPr>
            <a:lvl4pPr lvl="3">
              <a:defRPr sz="2000"/>
            </a:lvl4pPr>
            <a:lvl5pPr lvl="4">
              <a:defRPr sz="2000"/>
            </a:lvl5pPr>
            <a:lvl6pPr lvl="5">
              <a:defRPr sz="2000"/>
            </a:lvl6pPr>
            <a:lvl7pPr lvl="6">
              <a:defRPr sz="2000"/>
            </a:lvl7pPr>
            <a:lvl8pPr lvl="7">
              <a:defRPr sz="2000"/>
            </a:lvl8pPr>
            <a:lvl9pPr lvl="8">
              <a:defRPr sz="2000"/>
            </a:lvl9pPr>
          </a:lstStyle>
          <a:p>
            <a:pPr lvl="0"/>
            <a:r>
              <a:rPr lang="zh-CN"/>
              <a:t>单击此处编辑母版文本样式</a:t>
            </a:r>
            <a:endParaRPr/>
          </a:p>
          <a:p>
            <a:pPr lvl="1"/>
            <a:r>
              <a:rPr lang="zh-CN"/>
              <a:t>二级</a:t>
            </a:r>
            <a:endParaRPr/>
          </a:p>
          <a:p>
            <a:pPr lvl="2"/>
            <a:r>
              <a:rPr lang="zh-CN"/>
              <a:t>三级</a:t>
            </a:r>
            <a:endParaRPr/>
          </a:p>
          <a:p>
            <a:pPr lvl="3"/>
            <a:r>
              <a:rPr lang="zh-CN"/>
              <a:t>四级</a:t>
            </a:r>
            <a:endParaRPr/>
          </a:p>
          <a:p>
            <a:pPr lvl="4"/>
            <a:r>
              <a:rPr lang="zh-CN"/>
              <a:t>五级</a:t>
            </a:r>
            <a:endParaRPr/>
          </a:p>
        </p:txBody>
      </p:sp>
      <p:sp>
        <p:nvSpPr>
          <p:cNvPr id="53" name="文本占位符 3"/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lvl="0" indent="0">
              <a:buNone/>
              <a:defRPr sz="1600"/>
            </a:lvl1pPr>
            <a:lvl2pPr marL="457200" lvl="1" indent="0">
              <a:buNone/>
              <a:defRPr sz="1400"/>
            </a:lvl2pPr>
            <a:lvl3pPr marL="914400" lvl="2" indent="0">
              <a:buNone/>
              <a:defRPr sz="1200"/>
            </a:lvl3pPr>
            <a:lvl4pPr marL="1371600" lvl="3" indent="0">
              <a:buNone/>
              <a:defRPr sz="1000"/>
            </a:lvl4pPr>
            <a:lvl5pPr marL="1828800" lvl="4" indent="0">
              <a:buNone/>
              <a:defRPr sz="1000"/>
            </a:lvl5pPr>
            <a:lvl6pPr marL="2286000" lvl="5" indent="0">
              <a:buNone/>
              <a:defRPr sz="1000"/>
            </a:lvl6pPr>
            <a:lvl7pPr marL="2743200" lvl="6" indent="0">
              <a:buNone/>
              <a:defRPr sz="1000"/>
            </a:lvl7pPr>
            <a:lvl8pPr marL="3200400" lvl="7" indent="0">
              <a:buNone/>
              <a:defRPr sz="1000"/>
            </a:lvl8pPr>
            <a:lvl9pPr marL="3657600" lvl="8" indent="0">
              <a:buNone/>
              <a:defRPr sz="1000"/>
            </a:lvl9pPr>
          </a:lstStyle>
          <a:p>
            <a:pPr lvl="0"/>
            <a:r>
              <a:rPr lang="zh-CN"/>
              <a:t>单击此处编辑母版文本样式</a:t>
            </a:r>
            <a:endParaRPr/>
          </a:p>
        </p:txBody>
      </p:sp>
      <p:sp>
        <p:nvSpPr>
          <p:cNvPr id="54" name="日期占位符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BDD0B665-21F2-4210-A0AB-1FF516ABB0EC}" type="datetime1">
              <a:rPr lang="en-US" altLang="zh-CN"/>
              <a:t>5/19/2026</a:t>
            </a:fld>
            <a:endParaRPr lang="zh-CN"/>
          </a:p>
        </p:txBody>
      </p:sp>
      <p:sp>
        <p:nvSpPr>
          <p:cNvPr id="55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56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3120986-D9F8-450A-8E8A-7B53A97B66E9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 lvl="0">
              <a:defRPr sz="3200"/>
            </a:lvl1pPr>
          </a:lstStyle>
          <a:p>
            <a:r>
              <a:rPr lang="zh-CN"/>
              <a:t>单击此处编辑母版标题样式</a:t>
            </a:r>
            <a:endParaRPr/>
          </a:p>
        </p:txBody>
      </p:sp>
      <p:sp>
        <p:nvSpPr>
          <p:cNvPr id="59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lvl="0" indent="0">
              <a:buNone/>
              <a:defRPr sz="3200"/>
            </a:lvl1pPr>
            <a:lvl2pPr marL="457200" lvl="1" indent="0">
              <a:buNone/>
              <a:defRPr sz="2800"/>
            </a:lvl2pPr>
            <a:lvl3pPr marL="914400" lvl="2" indent="0">
              <a:buNone/>
              <a:defRPr sz="2400"/>
            </a:lvl3pPr>
            <a:lvl4pPr marL="1371600" lvl="3" indent="0">
              <a:buNone/>
              <a:defRPr sz="2000"/>
            </a:lvl4pPr>
            <a:lvl5pPr marL="1828800" lvl="4" indent="0">
              <a:buNone/>
              <a:defRPr sz="2000"/>
            </a:lvl5pPr>
            <a:lvl6pPr marL="2286000" lvl="5" indent="0">
              <a:buNone/>
              <a:defRPr sz="2000"/>
            </a:lvl6pPr>
            <a:lvl7pPr marL="2743200" lvl="6" indent="0">
              <a:buNone/>
              <a:defRPr sz="2000"/>
            </a:lvl7pPr>
            <a:lvl8pPr marL="3200400" lvl="7" indent="0">
              <a:buNone/>
              <a:defRPr sz="2000"/>
            </a:lvl8pPr>
            <a:lvl9pPr marL="3657600" lvl="8" indent="0">
              <a:buNone/>
              <a:defRPr sz="2000"/>
            </a:lvl9pPr>
          </a:lstStyle>
          <a:p>
            <a:endParaRPr lang="zh-CN"/>
          </a:p>
        </p:txBody>
      </p:sp>
      <p:sp>
        <p:nvSpPr>
          <p:cNvPr id="60" name="文本占位符 3"/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lvl="0" indent="0">
              <a:buNone/>
              <a:defRPr sz="1600"/>
            </a:lvl1pPr>
            <a:lvl2pPr marL="457200" lvl="1" indent="0">
              <a:buNone/>
              <a:defRPr sz="1400"/>
            </a:lvl2pPr>
            <a:lvl3pPr marL="914400" lvl="2" indent="0">
              <a:buNone/>
              <a:defRPr sz="1200"/>
            </a:lvl3pPr>
            <a:lvl4pPr marL="1371600" lvl="3" indent="0">
              <a:buNone/>
              <a:defRPr sz="1000"/>
            </a:lvl4pPr>
            <a:lvl5pPr marL="1828800" lvl="4" indent="0">
              <a:buNone/>
              <a:defRPr sz="1000"/>
            </a:lvl5pPr>
            <a:lvl6pPr marL="2286000" lvl="5" indent="0">
              <a:buNone/>
              <a:defRPr sz="1000"/>
            </a:lvl6pPr>
            <a:lvl7pPr marL="2743200" lvl="6" indent="0">
              <a:buNone/>
              <a:defRPr sz="1000"/>
            </a:lvl7pPr>
            <a:lvl8pPr marL="3200400" lvl="7" indent="0">
              <a:buNone/>
              <a:defRPr sz="1000"/>
            </a:lvl8pPr>
            <a:lvl9pPr marL="3657600" lvl="8" indent="0">
              <a:buNone/>
              <a:defRPr sz="1000"/>
            </a:lvl9pPr>
          </a:lstStyle>
          <a:p>
            <a:pPr lvl="0"/>
            <a:r>
              <a:rPr lang="zh-CN"/>
              <a:t>单击此处编辑母版文本样式</a:t>
            </a:r>
            <a:endParaRPr/>
          </a:p>
        </p:txBody>
      </p:sp>
      <p:sp>
        <p:nvSpPr>
          <p:cNvPr id="61" name="日期占位符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4E233BD8-DB7E-4E6E-9456-6D1E77C88269}" type="datetime1">
              <a:rPr lang="en-US" altLang="zh-CN"/>
              <a:t>5/19/2026</a:t>
            </a:fld>
            <a:endParaRPr lang="zh-CN"/>
          </a:p>
        </p:txBody>
      </p:sp>
      <p:sp>
        <p:nvSpPr>
          <p:cNvPr id="62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63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747CCC7F-E1A2-469B-A337-764C3DF07313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/>
              <a:t>单击此处编辑母版标题样式</a:t>
            </a:r>
            <a:endParaRPr/>
          </a:p>
        </p:txBody>
      </p:sp>
      <p:sp>
        <p:nvSpPr>
          <p:cNvPr id="66" name="竖排文字占位符 2"/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/>
            <a:r>
              <a:rPr lang="zh-CN"/>
              <a:t>单击此处编辑母版文本样式</a:t>
            </a:r>
            <a:endParaRPr/>
          </a:p>
          <a:p>
            <a:pPr lvl="1"/>
            <a:r>
              <a:rPr lang="zh-CN"/>
              <a:t>二级</a:t>
            </a:r>
            <a:endParaRPr/>
          </a:p>
          <a:p>
            <a:pPr lvl="2"/>
            <a:r>
              <a:rPr lang="zh-CN"/>
              <a:t>三级</a:t>
            </a:r>
            <a:endParaRPr/>
          </a:p>
          <a:p>
            <a:pPr lvl="3"/>
            <a:r>
              <a:rPr lang="zh-CN"/>
              <a:t>四级</a:t>
            </a:r>
            <a:endParaRPr/>
          </a:p>
          <a:p>
            <a:pPr lvl="4"/>
            <a:r>
              <a:rPr lang="zh-CN"/>
              <a:t>五级</a:t>
            </a:r>
            <a:endParaRPr/>
          </a:p>
        </p:txBody>
      </p:sp>
      <p:sp>
        <p:nvSpPr>
          <p:cNvPr id="67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9772B07E-4E44-4E95-89AF-F1EF6F4CC7EC}" type="datetime1">
              <a:rPr lang="en-US" altLang="zh-CN"/>
              <a:t>5/19/2026</a:t>
            </a:fld>
            <a:endParaRPr lang="zh-CN"/>
          </a:p>
        </p:txBody>
      </p:sp>
      <p:sp>
        <p:nvSpPr>
          <p:cNvPr id="68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69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10D47AF7-089F-4725-8B45-DEA8A59F6C62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竖排标题 1"/>
          <p:cNvSpPr>
            <a:spLocks noGrp="1"/>
          </p:cNvSpPr>
          <p:nvPr>
            <p:ph type="title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/>
              <a:t>单击此处编辑母版标题样式</a:t>
            </a:r>
            <a:endParaRPr/>
          </a:p>
        </p:txBody>
      </p:sp>
      <p:sp>
        <p:nvSpPr>
          <p:cNvPr id="15" name="竖排文字占位符 2"/>
          <p:cNvSpPr>
            <a:spLocks noGrp="1"/>
          </p:cNvSpPr>
          <p:nvPr>
            <p:ph type="body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/>
              <a:t>单击此处编辑母版文本样式</a:t>
            </a:r>
            <a:endParaRPr/>
          </a:p>
          <a:p>
            <a:pPr lvl="1"/>
            <a:r>
              <a:rPr lang="zh-CN"/>
              <a:t>二级</a:t>
            </a:r>
            <a:endParaRPr/>
          </a:p>
          <a:p>
            <a:pPr lvl="2"/>
            <a:r>
              <a:rPr lang="zh-CN"/>
              <a:t>三级</a:t>
            </a:r>
            <a:endParaRPr/>
          </a:p>
          <a:p>
            <a:pPr lvl="3"/>
            <a:r>
              <a:rPr lang="zh-CN"/>
              <a:t>四级</a:t>
            </a:r>
            <a:endParaRPr/>
          </a:p>
          <a:p>
            <a:pPr lvl="4"/>
            <a:r>
              <a:rPr lang="zh-CN"/>
              <a:t>五级</a:t>
            </a:r>
            <a:endParaRPr/>
          </a:p>
        </p:txBody>
      </p:sp>
      <p:sp>
        <p:nvSpPr>
          <p:cNvPr id="16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7AA1729-FFEC-4670-BE57-9BB1B6CF1583}" type="datetime1">
              <a:rPr lang="en-US" altLang="zh-CN"/>
              <a:t>5/19/2026</a:t>
            </a:fld>
            <a:endParaRPr lang="zh-CN"/>
          </a:p>
        </p:txBody>
      </p:sp>
      <p:sp>
        <p:nvSpPr>
          <p:cNvPr id="17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18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7AACFD0-6D64-47CD-A483-D6FD45307366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8890" y="456134"/>
            <a:ext cx="10736446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29"/>
              </a:lnSpc>
              <a:spcBef>
                <a:spcPts val="0"/>
              </a:spcBef>
              <a:buNone/>
              <a:defRPr sz="3199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593662" indent="0" algn="ctr">
              <a:buNone/>
              <a:defRPr sz="2597"/>
            </a:lvl2pPr>
            <a:lvl3pPr marL="1187323" indent="0" algn="ctr">
              <a:buNone/>
              <a:defRPr sz="2337"/>
            </a:lvl3pPr>
            <a:lvl4pPr marL="1780986" indent="0" algn="ctr">
              <a:buNone/>
              <a:defRPr sz="2078"/>
            </a:lvl4pPr>
            <a:lvl5pPr marL="2374648" indent="0" algn="ctr">
              <a:buNone/>
              <a:defRPr sz="2078"/>
            </a:lvl5pPr>
            <a:lvl6pPr marL="2968309" indent="0" algn="ctr">
              <a:buNone/>
              <a:defRPr sz="2078"/>
            </a:lvl6pPr>
            <a:lvl7pPr marL="3561971" indent="0" algn="ctr">
              <a:buNone/>
              <a:defRPr sz="2078"/>
            </a:lvl7pPr>
            <a:lvl8pPr marL="4155634" indent="0" algn="ctr">
              <a:buNone/>
              <a:defRPr sz="2078"/>
            </a:lvl8pPr>
            <a:lvl9pPr marL="4749295" indent="0" algn="ctr">
              <a:buNone/>
              <a:defRPr sz="2078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A4EAA63-3827-DA40-B921-C01084B9DA87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736621" y="1501989"/>
            <a:ext cx="10729365" cy="4690459"/>
          </a:xfrm>
          <a:prstGeom prst="rect">
            <a:avLst/>
          </a:prstGeom>
        </p:spPr>
        <p:txBody>
          <a:bodyPr lIns="0" tIns="0" rIns="0" bIns="0"/>
          <a:lstStyle>
            <a:lvl1pPr marL="12368" indent="0">
              <a:lnSpc>
                <a:spcPct val="100000"/>
              </a:lnSpc>
              <a:spcBef>
                <a:spcPts val="0"/>
              </a:spcBef>
              <a:buFontTx/>
              <a:buNone/>
              <a:tabLst>
                <a:tab pos="1207937" algn="ctr"/>
              </a:tabLst>
              <a:defRPr sz="1799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525640" indent="-171091">
              <a:buFont typeface="Arial" panose="020B0604020202020204" pitchFamily="34" charset="0"/>
              <a:buChar char="•"/>
              <a:tabLst>
                <a:tab pos="1207937" algn="ctr"/>
              </a:tabLst>
              <a:defRPr sz="1298" baseline="0"/>
            </a:lvl2pPr>
            <a:lvl3pPr marL="525640" indent="-171091">
              <a:buFont typeface="Arial" panose="020B0604020202020204" pitchFamily="34" charset="0"/>
              <a:buChar char="•"/>
              <a:tabLst>
                <a:tab pos="1207937" algn="ctr"/>
              </a:tabLst>
              <a:defRPr sz="1298" baseline="0"/>
            </a:lvl3pPr>
            <a:lvl4pPr marL="525640" indent="-171091">
              <a:buFont typeface="Arial" panose="020B0604020202020204" pitchFamily="34" charset="0"/>
              <a:buChar char="•"/>
              <a:tabLst>
                <a:tab pos="1207937" algn="ctr"/>
              </a:tabLst>
              <a:defRPr sz="1298" baseline="0"/>
            </a:lvl4pPr>
            <a:lvl5pPr marL="525640" indent="-171091">
              <a:buFont typeface="Arial" panose="020B0604020202020204" pitchFamily="34" charset="0"/>
              <a:buChar char="•"/>
              <a:tabLst>
                <a:tab pos="1207937" algn="ctr"/>
              </a:tabLst>
              <a:defRPr sz="1298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15918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2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48989" y="1178262"/>
            <a:ext cx="10515600" cy="4351338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buFont typeface="Courier New" panose="02070309020205020404" pitchFamily="49" charset="0"/>
              <a:buChar char="o"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Arial" panose="020B0604020202020204" pitchFamily="34" charset="0"/>
              <a:buChar char="•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Font typeface="Arial" panose="020B0604020202020204" pitchFamily="34" charset="0"/>
              <a:buChar char="•"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buFont typeface="Arial" panose="020B0604020202020204" pitchFamily="34" charset="0"/>
              <a:buChar char="•"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217808" y="203284"/>
            <a:ext cx="6096000" cy="521208"/>
          </a:xfrm>
          <a:prstGeom prst="rect">
            <a:avLst/>
          </a:prstGeom>
          <a:solidFill>
            <a:schemeClr val="accent1"/>
          </a:solidFill>
        </p:spPr>
        <p:txBody>
          <a:bodyPr anchor="ctr"/>
          <a:lstStyle>
            <a:lvl1pPr>
              <a:defRPr sz="2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18172609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rPr lang="zh-CN"/>
              <a:t>单击此处编辑母版标题样式</a:t>
            </a:r>
            <a:endParaRPr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/>
            <a:r>
              <a:rPr lang="zh-CN"/>
              <a:t>单击此处编辑母版文本样式</a:t>
            </a:r>
            <a:endParaRPr/>
          </a:p>
          <a:p>
            <a:pPr lvl="1"/>
            <a:r>
              <a:rPr lang="zh-CN"/>
              <a:t>二级</a:t>
            </a:r>
            <a:endParaRPr/>
          </a:p>
          <a:p>
            <a:pPr lvl="2"/>
            <a:r>
              <a:rPr lang="zh-CN"/>
              <a:t>三级</a:t>
            </a:r>
            <a:endParaRPr/>
          </a:p>
          <a:p>
            <a:pPr lvl="3"/>
            <a:r>
              <a:rPr lang="zh-CN"/>
              <a:t>四级</a:t>
            </a:r>
            <a:endParaRPr/>
          </a:p>
          <a:p>
            <a:pPr lvl="4"/>
            <a:r>
              <a:rPr lang="zh-CN"/>
              <a:t>五级</a:t>
            </a:r>
            <a:endParaRPr/>
          </a:p>
        </p:txBody>
      </p:sp>
      <p:sp>
        <p:nvSpPr>
          <p:cNvPr id="4" name="日期占位符 3"/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lvl="0"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4ADBE2-30DF-480B-A5CC-C216012A8DE2}" type="datetime1">
              <a:rPr lang="en-US" altLang="zh-CN"/>
              <a:t>5/19/2026</a:t>
            </a:fld>
            <a:endParaRPr lang="zh-CN"/>
          </a:p>
        </p:txBody>
      </p:sp>
      <p:sp>
        <p:nvSpPr>
          <p:cNvPr id="5" name="页脚占位符 4"/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lvl="0"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lvl="0"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09DED9-3562-4003-9ED4-F9F7C2DA97F0}" type="slidenum">
              <a:rPr lang="zh-CN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lvl="0" algn="l" defTabSz="914400">
        <a:lnSpc>
          <a:spcPct val="130000"/>
        </a:lnSpc>
        <a:spcBef>
          <a:spcPct val="1"/>
        </a:spcBef>
        <a:buNone/>
        <a:defRPr sz="4400" kern="1200">
          <a:solidFill>
            <a:schemeClr val="tx1"/>
          </a:solidFill>
          <a:latin typeface="Arial"/>
          <a:ea typeface="Microsoft YaHei"/>
        </a:defRPr>
      </a:lvl1pPr>
    </p:titleStyle>
    <p:bodyStyle>
      <a:lvl1pPr marL="228600" lvl="0" indent="-228600" algn="l" defTabSz="914400">
        <a:lnSpc>
          <a:spcPct val="130000"/>
        </a:lnSpc>
        <a:spcBef>
          <a:spcPts val="1000"/>
        </a:spcBef>
        <a:buFont typeface="Arial" charset="0"/>
        <a:buChar char="•"/>
        <a:defRPr sz="2800" kern="1200">
          <a:solidFill>
            <a:schemeClr val="tx1"/>
          </a:solidFill>
          <a:latin typeface="Arial"/>
          <a:ea typeface="Microsoft YaHei"/>
        </a:defRPr>
      </a:lvl1pPr>
      <a:lvl2pPr marL="685800" lvl="1" indent="-228600" algn="l" defTabSz="914400">
        <a:lnSpc>
          <a:spcPct val="130000"/>
        </a:lnSpc>
        <a:spcBef>
          <a:spcPts val="500"/>
        </a:spcBef>
        <a:buFont typeface="Arial" charset="0"/>
        <a:buChar char="•"/>
        <a:defRPr sz="2400" kern="1200">
          <a:solidFill>
            <a:schemeClr val="tx1"/>
          </a:solidFill>
          <a:latin typeface="Arial"/>
          <a:ea typeface="Microsoft YaHei"/>
        </a:defRPr>
      </a:lvl2pPr>
      <a:lvl3pPr marL="1143000" lvl="2" indent="-228600" algn="l" defTabSz="914400">
        <a:lnSpc>
          <a:spcPct val="130000"/>
        </a:lnSpc>
        <a:spcBef>
          <a:spcPts val="500"/>
        </a:spcBef>
        <a:buFont typeface="Arial" charset="0"/>
        <a:buChar char="•"/>
        <a:defRPr sz="2000" kern="1200">
          <a:solidFill>
            <a:schemeClr val="tx1"/>
          </a:solidFill>
          <a:latin typeface="Arial"/>
          <a:ea typeface="Microsoft YaHei"/>
        </a:defRPr>
      </a:lvl3pPr>
      <a:lvl4pPr marL="1600200" lvl="3" indent="-228600" algn="l" defTabSz="914400">
        <a:lnSpc>
          <a:spcPct val="13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Arial"/>
          <a:ea typeface="Microsoft YaHei"/>
        </a:defRPr>
      </a:lvl4pPr>
      <a:lvl5pPr marL="2057400" lvl="4" indent="-228600" algn="l" defTabSz="914400">
        <a:lnSpc>
          <a:spcPct val="13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Arial"/>
          <a:ea typeface="Microsoft YaHei"/>
        </a:defRPr>
      </a:lvl5pPr>
      <a:lvl6pPr marL="2514600" lvl="5" indent="-228600" algn="l" defTabSz="914400">
        <a:lnSpc>
          <a:spcPct val="13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Arial"/>
          <a:ea typeface="Microsoft YaHei"/>
        </a:defRPr>
      </a:lvl6pPr>
      <a:lvl7pPr marL="2971800" lvl="6" indent="-228600" algn="l" defTabSz="914400">
        <a:lnSpc>
          <a:spcPct val="13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Arial"/>
          <a:ea typeface="Microsoft YaHei"/>
        </a:defRPr>
      </a:lvl7pPr>
      <a:lvl8pPr marL="3429000" lvl="7" indent="-228600" algn="l" defTabSz="914400">
        <a:lnSpc>
          <a:spcPct val="13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Arial"/>
          <a:ea typeface="Microsoft YaHei"/>
        </a:defRPr>
      </a:lvl8pPr>
      <a:lvl9pPr marL="3886200" lvl="8" indent="-228600" algn="l" defTabSz="914400">
        <a:lnSpc>
          <a:spcPct val="13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Arial"/>
          <a:ea typeface="Microsoft YaHei"/>
        </a:defRPr>
      </a:lvl9pPr>
    </p:bodyStyle>
    <p:otherStyle>
      <a:lvl1pPr marL="0" lvl="0" algn="l" defTabSz="914400">
        <a:lnSpc>
          <a:spcPct val="130000"/>
        </a:lnSpc>
        <a:defRPr sz="1800" kern="1200">
          <a:solidFill>
            <a:schemeClr val="tx1"/>
          </a:solidFill>
          <a:latin typeface="Arial"/>
          <a:ea typeface="Microsoft YaHei"/>
        </a:defRPr>
      </a:lvl1pPr>
      <a:lvl2pPr marL="457200" lvl="1" algn="l" defTabSz="914400">
        <a:lnSpc>
          <a:spcPct val="130000"/>
        </a:lnSpc>
        <a:defRPr sz="1800" kern="1200">
          <a:solidFill>
            <a:schemeClr val="tx1"/>
          </a:solidFill>
          <a:latin typeface="Arial"/>
          <a:ea typeface="Microsoft YaHei"/>
        </a:defRPr>
      </a:lvl2pPr>
      <a:lvl3pPr marL="914400" lvl="2" algn="l" defTabSz="914400">
        <a:lnSpc>
          <a:spcPct val="130000"/>
        </a:lnSpc>
        <a:defRPr sz="1800" kern="1200">
          <a:solidFill>
            <a:schemeClr val="tx1"/>
          </a:solidFill>
          <a:latin typeface="Arial"/>
          <a:ea typeface="Microsoft YaHei"/>
        </a:defRPr>
      </a:lvl3pPr>
      <a:lvl4pPr marL="1371600" lvl="3" algn="l" defTabSz="914400">
        <a:lnSpc>
          <a:spcPct val="130000"/>
        </a:lnSpc>
        <a:defRPr sz="1800" kern="1200">
          <a:solidFill>
            <a:schemeClr val="tx1"/>
          </a:solidFill>
          <a:latin typeface="Arial"/>
          <a:ea typeface="Microsoft YaHei"/>
        </a:defRPr>
      </a:lvl4pPr>
      <a:lvl5pPr marL="1828800" lvl="4" algn="l" defTabSz="914400">
        <a:lnSpc>
          <a:spcPct val="130000"/>
        </a:lnSpc>
        <a:defRPr sz="1800" kern="1200">
          <a:solidFill>
            <a:schemeClr val="tx1"/>
          </a:solidFill>
          <a:latin typeface="Arial"/>
          <a:ea typeface="Microsoft YaHei"/>
        </a:defRPr>
      </a:lvl5pPr>
      <a:lvl6pPr marL="2286000" lvl="5" algn="l" defTabSz="914400">
        <a:lnSpc>
          <a:spcPct val="130000"/>
        </a:lnSpc>
        <a:defRPr sz="1800" kern="1200">
          <a:solidFill>
            <a:schemeClr val="tx1"/>
          </a:solidFill>
          <a:latin typeface="Arial"/>
          <a:ea typeface="Microsoft YaHei"/>
        </a:defRPr>
      </a:lvl6pPr>
      <a:lvl7pPr marL="2743200" lvl="6" algn="l" defTabSz="914400">
        <a:lnSpc>
          <a:spcPct val="130000"/>
        </a:lnSpc>
        <a:defRPr sz="1800" kern="1200">
          <a:solidFill>
            <a:schemeClr val="tx1"/>
          </a:solidFill>
          <a:latin typeface="Arial"/>
          <a:ea typeface="Microsoft YaHei"/>
        </a:defRPr>
      </a:lvl7pPr>
      <a:lvl8pPr marL="3200400" lvl="7" algn="l" defTabSz="914400">
        <a:lnSpc>
          <a:spcPct val="130000"/>
        </a:lnSpc>
        <a:defRPr sz="1800" kern="1200">
          <a:solidFill>
            <a:schemeClr val="tx1"/>
          </a:solidFill>
          <a:latin typeface="Arial"/>
          <a:ea typeface="Microsoft YaHei"/>
        </a:defRPr>
      </a:lvl8pPr>
      <a:lvl9pPr marL="3657600" lvl="8" algn="l" defTabSz="914400">
        <a:lnSpc>
          <a:spcPct val="130000"/>
        </a:lnSpc>
        <a:defRPr sz="1800" kern="1200">
          <a:solidFill>
            <a:schemeClr val="tx1"/>
          </a:solidFill>
          <a:latin typeface="Arial"/>
          <a:ea typeface="Microsoft YaHe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onolithicpower.cn/cn/about-mps.html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microsoft.com/office/2018/10/relationships/comments" Target="../comments/modernComment_167_29C30F1.xml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jp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2829791"/>
            <a:ext cx="9144000" cy="119841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dirty="0"/>
              <a:t>MPS-FOC</a:t>
            </a:r>
            <a:r>
              <a:rPr lang="zh-CN" altLang="en-US" dirty="0"/>
              <a:t>拍摄脚本</a:t>
            </a:r>
            <a:endParaRPr lang="zh-C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6EDA84-D7D7-4F17-6D52-7F1D0F7DCC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898C9B12-92BE-4008-54D0-660E06892BEE}"/>
              </a:ext>
            </a:extLst>
          </p:cNvPr>
          <p:cNvSpPr txBox="1"/>
          <p:nvPr/>
        </p:nvSpPr>
        <p:spPr>
          <a:xfrm>
            <a:off x="338203" y="194153"/>
            <a:ext cx="10700365" cy="25775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0-10s</a:t>
            </a:r>
          </a:p>
          <a:p>
            <a:r>
              <a:rPr lang="zh-CN" altLang="en-US" dirty="0"/>
              <a:t>开场引入，以</a:t>
            </a:r>
            <a:r>
              <a:rPr lang="en-US" altLang="zh-CN" dirty="0"/>
              <a:t>1</a:t>
            </a:r>
            <a:r>
              <a:rPr lang="zh-CN" altLang="en-US" dirty="0"/>
              <a:t>个电机带动一小段有一定重量力臂，进行位置环闭环的视频引入。这里可以放三段视频：</a:t>
            </a:r>
            <a:endParaRPr lang="en-US" altLang="zh-CN" dirty="0"/>
          </a:p>
          <a:p>
            <a:r>
              <a:rPr lang="en-US" altLang="zh-CN" dirty="0"/>
              <a:t>1</a:t>
            </a:r>
            <a:r>
              <a:rPr lang="zh-CN" altLang="en-US" dirty="0"/>
              <a:t>、位置环带力臂</a:t>
            </a:r>
            <a:r>
              <a:rPr lang="en-US" altLang="zh-CN" dirty="0"/>
              <a:t>+</a:t>
            </a:r>
            <a:r>
              <a:rPr lang="zh-CN" altLang="en-US" dirty="0"/>
              <a:t>重物</a:t>
            </a:r>
            <a:endParaRPr lang="en-US" altLang="zh-CN" dirty="0"/>
          </a:p>
          <a:p>
            <a:r>
              <a:rPr lang="en-US" altLang="zh-CN" dirty="0"/>
              <a:t>2</a:t>
            </a:r>
            <a:r>
              <a:rPr lang="zh-CN" altLang="en-US" dirty="0"/>
              <a:t>、电机带载测试片段</a:t>
            </a:r>
            <a:endParaRPr lang="en-US" altLang="zh-CN" dirty="0"/>
          </a:p>
          <a:p>
            <a:r>
              <a:rPr lang="en-US" altLang="zh-CN" dirty="0"/>
              <a:t>3</a:t>
            </a:r>
            <a:r>
              <a:rPr lang="zh-CN" altLang="en-US" dirty="0"/>
              <a:t>、人和电机带力臂扳手腕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配点比较欢快的</a:t>
            </a:r>
            <a:r>
              <a:rPr lang="en-US" altLang="zh-CN" dirty="0"/>
              <a:t>BGM</a:t>
            </a:r>
            <a:r>
              <a:rPr lang="zh-CN" altLang="en-US" dirty="0"/>
              <a:t>，</a:t>
            </a:r>
          </a:p>
        </p:txBody>
      </p:sp>
      <p:pic>
        <p:nvPicPr>
          <p:cNvPr id="4" name="Image 1" descr="D:\A_RivenHuang\Electronic_Design_Project\mps-foc-STM32G431\docs\images\test-platform-dual-motor.jpg">
            <a:extLst>
              <a:ext uri="{FF2B5EF4-FFF2-40B4-BE49-F238E27FC236}">
                <a16:creationId xmlns:a16="http://schemas.microsoft.com/office/drawing/2014/main" id="{AF479331-4AC3-5A2F-C317-37859D002C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4808" y="1328636"/>
            <a:ext cx="5276088" cy="3118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01596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FF3217-7C26-3467-AAC2-799DC64436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520AF62E-E581-F739-DA34-B52715B9BE6E}"/>
              </a:ext>
            </a:extLst>
          </p:cNvPr>
          <p:cNvSpPr txBox="1"/>
          <p:nvPr/>
        </p:nvSpPr>
        <p:spPr>
          <a:xfrm>
            <a:off x="338203" y="194153"/>
            <a:ext cx="1377300" cy="7770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10s – 1:00s</a:t>
            </a:r>
          </a:p>
          <a:p>
            <a:r>
              <a:rPr lang="zh-CN" altLang="en-US" dirty="0"/>
              <a:t>口播内容：</a:t>
            </a:r>
            <a:endParaRPr lang="en-US" altLang="zh-CN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73D15E1-A379-5A8C-16BA-771DB274252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7896" y="754906"/>
            <a:ext cx="6853825" cy="5140369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2A954343-954C-BF74-F39F-C95351C942E8}"/>
              </a:ext>
            </a:extLst>
          </p:cNvPr>
          <p:cNvSpPr txBox="1"/>
          <p:nvPr/>
        </p:nvSpPr>
        <p:spPr>
          <a:xfrm>
            <a:off x="338203" y="1817631"/>
            <a:ext cx="2943616" cy="4169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1A1C1F"/>
                </a:solidFill>
                <a:latin typeface="+mn-ea"/>
                <a:ea typeface="+mn-ea"/>
              </a:rPr>
              <a:t>人在这个背景，说这一段话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186147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961ABA-38A8-42C3-F5A6-231BC3AE6A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723C97C1-F402-67ED-8261-3EF91425F852}"/>
              </a:ext>
            </a:extLst>
          </p:cNvPr>
          <p:cNvSpPr txBox="1"/>
          <p:nvPr/>
        </p:nvSpPr>
        <p:spPr>
          <a:xfrm>
            <a:off x="338203" y="194153"/>
            <a:ext cx="1287532" cy="4149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1:00 - 1:10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2A4018B-4708-2864-4A7E-8BCBFF6607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719" y="629228"/>
            <a:ext cx="5022058" cy="5599543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654950F5-18CE-34A8-DEBE-F59586CD8E8D}"/>
              </a:ext>
            </a:extLst>
          </p:cNvPr>
          <p:cNvSpPr txBox="1"/>
          <p:nvPr/>
        </p:nvSpPr>
        <p:spPr>
          <a:xfrm>
            <a:off x="5673436" y="3581399"/>
            <a:ext cx="5262979" cy="7770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这个画面，录一小段浏览器在这个比赛界面</a:t>
            </a:r>
            <a:endParaRPr lang="en-US" altLang="zh-CN" dirty="0"/>
          </a:p>
          <a:p>
            <a:r>
              <a:rPr lang="zh-CN" altLang="en-US" dirty="0"/>
              <a:t>往下滑的视频平移录屏，以及比赛结算的推广界面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2571719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5A4C3B-5CAF-8742-8C38-9B7BF7AC26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2B5FB567-86B6-2005-28F7-A027AE09D0B9}"/>
              </a:ext>
            </a:extLst>
          </p:cNvPr>
          <p:cNvSpPr txBox="1"/>
          <p:nvPr/>
        </p:nvSpPr>
        <p:spPr>
          <a:xfrm>
            <a:off x="248425" y="419372"/>
            <a:ext cx="1552942" cy="7770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1:10 – 1</a:t>
            </a:r>
            <a:r>
              <a:rPr lang="zh-CN" altLang="en-US" dirty="0"/>
              <a:t>：</a:t>
            </a:r>
            <a:r>
              <a:rPr lang="en-US" altLang="zh-CN" dirty="0"/>
              <a:t>30</a:t>
            </a:r>
          </a:p>
          <a:p>
            <a:r>
              <a:rPr lang="zh-CN" altLang="en-US" dirty="0"/>
              <a:t>回到口播：</a:t>
            </a:r>
            <a:endParaRPr lang="en-US" altLang="zh-CN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3FFE51C-5575-32DC-F6D2-BFB829E4A5A9}"/>
              </a:ext>
            </a:extLst>
          </p:cNvPr>
          <p:cNvSpPr txBox="1"/>
          <p:nvPr/>
        </p:nvSpPr>
        <p:spPr>
          <a:xfrm>
            <a:off x="2638958" y="716465"/>
            <a:ext cx="6784848" cy="4169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hlinkClick r:id="rId3"/>
              </a:rPr>
              <a:t>关于</a:t>
            </a:r>
            <a:r>
              <a:rPr lang="en-US" altLang="zh-CN" dirty="0">
                <a:hlinkClick r:id="rId3"/>
              </a:rPr>
              <a:t>MPS</a:t>
            </a:r>
            <a:r>
              <a:rPr lang="en-US" altLang="zh-CN" dirty="0"/>
              <a:t>,</a:t>
            </a:r>
            <a:r>
              <a:rPr lang="zh-CN" altLang="en-US" dirty="0"/>
              <a:t>在这个界面，往下滑的视频平移录屏</a:t>
            </a:r>
          </a:p>
        </p:txBody>
      </p:sp>
    </p:spTree>
    <p:extLst>
      <p:ext uri="{BB962C8B-B14F-4D97-AF65-F5344CB8AC3E}">
        <p14:creationId xmlns:p14="http://schemas.microsoft.com/office/powerpoint/2010/main" val="36751641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1A888E-D8FD-9891-5FE8-31C4702EA4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>
            <a:extLst>
              <a:ext uri="{FF2B5EF4-FFF2-40B4-BE49-F238E27FC236}">
                <a16:creationId xmlns:a16="http://schemas.microsoft.com/office/drawing/2014/main" id="{E4B1A7C9-FDD4-FA66-73E8-66B9781B59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4679" y="1"/>
            <a:ext cx="1639790" cy="163979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标题 4">
            <a:extLst>
              <a:ext uri="{FF2B5EF4-FFF2-40B4-BE49-F238E27FC236}">
                <a16:creationId xmlns:a16="http://schemas.microsoft.com/office/drawing/2014/main" id="{0BE1010C-FF25-5504-02B6-4507203DB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7808" y="203285"/>
            <a:ext cx="9015644" cy="521208"/>
          </a:xfrm>
          <a:solidFill>
            <a:srgbClr val="0070C0"/>
          </a:solidFill>
          <a:ln>
            <a:solidFill>
              <a:srgbClr val="0070C0"/>
            </a:solidFill>
          </a:ln>
        </p:spPr>
        <p:txBody>
          <a:bodyPr>
            <a:normAutofit fontScale="90000"/>
          </a:bodyPr>
          <a:lstStyle/>
          <a:p>
            <a:r>
              <a:rPr lang="zh-CN" altLang="en-US" dirty="0"/>
              <a:t>关节电机工程</a:t>
            </a:r>
            <a:r>
              <a:rPr lang="en-US" altLang="zh-CN" dirty="0"/>
              <a:t>——</a:t>
            </a:r>
            <a:r>
              <a:rPr lang="zh-CN" altLang="en-US" dirty="0"/>
              <a:t>零门槛快速落地</a:t>
            </a:r>
            <a:endParaRPr lang="en-US" dirty="0">
              <a:latin typeface="+mj-lt"/>
              <a:ea typeface="黑体" panose="02010609060101010101" pitchFamily="49" charset="-122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B9367863-E0E5-ADBA-04D7-ED7079B2BC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20793" y="1600276"/>
            <a:ext cx="3825318" cy="2066839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C6F1C334-265E-1678-BBC6-2E9C0D5449E9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42"/>
          <a:stretch>
            <a:fillRect/>
          </a:stretch>
        </p:blipFill>
        <p:spPr bwMode="auto">
          <a:xfrm>
            <a:off x="217808" y="1624629"/>
            <a:ext cx="6616518" cy="4516119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07D2F617-8D33-7162-8660-33E0F64188E9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60" t="15216" r="10620" b="7390"/>
          <a:stretch/>
        </p:blipFill>
        <p:spPr bwMode="auto">
          <a:xfrm>
            <a:off x="7320793" y="3837286"/>
            <a:ext cx="4309110" cy="2432685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FB35314B-9BD1-6608-5B9C-26B37DA0E46E}"/>
              </a:ext>
            </a:extLst>
          </p:cNvPr>
          <p:cNvSpPr txBox="1"/>
          <p:nvPr/>
        </p:nvSpPr>
        <p:spPr>
          <a:xfrm>
            <a:off x="217808" y="870311"/>
            <a:ext cx="952923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>
                <a:effectLst/>
                <a:latin typeface="Aptos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12~48V</a:t>
            </a:r>
            <a:r>
              <a:rPr lang="zh-CN" altLang="zh-CN" sz="2000" b="1" dirty="0">
                <a:effectLst/>
                <a:latin typeface="Aptos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宽压输入</a:t>
            </a:r>
            <a:r>
              <a:rPr lang="en-US" altLang="zh-CN" sz="2000" b="1" dirty="0">
                <a:effectLst/>
                <a:latin typeface="Aptos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 |180W</a:t>
            </a:r>
            <a:r>
              <a:rPr lang="zh-CN" altLang="zh-CN" sz="2000" b="1" dirty="0">
                <a:effectLst/>
                <a:latin typeface="Aptos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持续带载</a:t>
            </a:r>
            <a:r>
              <a:rPr lang="en-US" altLang="zh-CN" sz="2000" b="1" dirty="0">
                <a:effectLst/>
                <a:latin typeface="Aptos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 | </a:t>
            </a:r>
            <a:r>
              <a:rPr lang="zh-CN" altLang="zh-CN" sz="2000" b="1" dirty="0">
                <a:effectLst/>
                <a:latin typeface="Aptos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适配</a:t>
            </a:r>
            <a:r>
              <a:rPr lang="en-US" altLang="zh-CN" sz="2000" b="1" dirty="0"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‌</a:t>
            </a:r>
            <a:r>
              <a:rPr lang="zh-CN" altLang="zh-CN" sz="2000" b="1" dirty="0">
                <a:effectLst/>
                <a:latin typeface="Aptos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Φ</a:t>
            </a:r>
            <a:r>
              <a:rPr lang="en-US" altLang="zh-CN" sz="2000" b="1" dirty="0">
                <a:effectLst/>
                <a:latin typeface="Times New Roman" panose="02020603050405020304" pitchFamily="18" charset="0"/>
                <a:ea typeface="等线" panose="02010600030101010101" pitchFamily="2" charset="-122"/>
              </a:rPr>
              <a:t>‌</a:t>
            </a:r>
            <a:r>
              <a:rPr lang="en-US" altLang="zh-CN" sz="2000" b="1" dirty="0">
                <a:effectLst/>
                <a:latin typeface="Aptos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80mm</a:t>
            </a:r>
            <a:r>
              <a:rPr lang="zh-CN" altLang="zh-CN" sz="2000" b="1" dirty="0">
                <a:effectLst/>
                <a:latin typeface="Aptos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电机</a:t>
            </a:r>
            <a:r>
              <a:rPr lang="en-US" altLang="zh-CN" sz="2000" b="1" dirty="0">
                <a:effectLst/>
                <a:latin typeface="Aptos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 | </a:t>
            </a:r>
            <a:r>
              <a:rPr lang="zh-CN" altLang="zh-CN" sz="2000" b="1" dirty="0">
                <a:effectLst/>
                <a:latin typeface="Aptos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电流环、速度环、位置环</a:t>
            </a:r>
            <a:endParaRPr lang="zh-CN" altLang="en-US" sz="2000" dirty="0"/>
          </a:p>
        </p:txBody>
      </p:sp>
      <p:pic>
        <p:nvPicPr>
          <p:cNvPr id="5" name="图片 4" descr="散点图, QR 代码&#10;&#10;AI 生成的内容可能不正确。">
            <a:extLst>
              <a:ext uri="{FF2B5EF4-FFF2-40B4-BE49-F238E27FC236}">
                <a16:creationId xmlns:a16="http://schemas.microsoft.com/office/drawing/2014/main" id="{E807C57C-E897-1C1A-A90D-DFDEFD16B4D8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40" b="4593"/>
          <a:stretch/>
        </p:blipFill>
        <p:spPr bwMode="auto">
          <a:xfrm>
            <a:off x="10682206" y="97996"/>
            <a:ext cx="1575051" cy="144380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7810487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65FE47-8F1F-D44E-2C33-D0DE0B4725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矩形 38">
            <a:extLst>
              <a:ext uri="{FF2B5EF4-FFF2-40B4-BE49-F238E27FC236}">
                <a16:creationId xmlns:a16="http://schemas.microsoft.com/office/drawing/2014/main" id="{80FFFB6E-472F-7D67-DB58-D62F3821A404}"/>
              </a:ext>
            </a:extLst>
          </p:cNvPr>
          <p:cNvSpPr/>
          <p:nvPr/>
        </p:nvSpPr>
        <p:spPr>
          <a:xfrm>
            <a:off x="6390281" y="3939505"/>
            <a:ext cx="1751537" cy="217827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845D12CB-006F-57AB-918C-D92DC0D837B7}"/>
              </a:ext>
            </a:extLst>
          </p:cNvPr>
          <p:cNvSpPr/>
          <p:nvPr/>
        </p:nvSpPr>
        <p:spPr>
          <a:xfrm>
            <a:off x="217808" y="3924092"/>
            <a:ext cx="6050681" cy="219368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625F71E0-5388-DA6A-588E-9FD064962E9A}"/>
              </a:ext>
            </a:extLst>
          </p:cNvPr>
          <p:cNvSpPr/>
          <p:nvPr/>
        </p:nvSpPr>
        <p:spPr>
          <a:xfrm>
            <a:off x="8263610" y="3939505"/>
            <a:ext cx="3409738" cy="217827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711B64A2-8100-78B3-ED19-E60EAE6E9C0B}"/>
              </a:ext>
            </a:extLst>
          </p:cNvPr>
          <p:cNvSpPr/>
          <p:nvPr/>
        </p:nvSpPr>
        <p:spPr>
          <a:xfrm>
            <a:off x="217808" y="1248223"/>
            <a:ext cx="11455540" cy="255508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2" name="右箭头 13">
            <a:extLst>
              <a:ext uri="{FF2B5EF4-FFF2-40B4-BE49-F238E27FC236}">
                <a16:creationId xmlns:a16="http://schemas.microsoft.com/office/drawing/2014/main" id="{AEF2B5B6-DEDA-1311-FC1B-49529985B086}"/>
              </a:ext>
            </a:extLst>
          </p:cNvPr>
          <p:cNvSpPr/>
          <p:nvPr/>
        </p:nvSpPr>
        <p:spPr>
          <a:xfrm>
            <a:off x="1391146" y="2358913"/>
            <a:ext cx="1094791" cy="432566"/>
          </a:xfrm>
          <a:prstGeom prst="rightArrow">
            <a:avLst>
              <a:gd name="adj1" fmla="val 63528"/>
              <a:gd name="adj2" fmla="val 50000"/>
            </a:avLst>
          </a:prstGeom>
          <a:gradFill>
            <a:gsLst>
              <a:gs pos="19000">
                <a:schemeClr val="bg2">
                  <a:lumMod val="60000"/>
                  <a:lumOff val="40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2">
                  <a:lumMod val="7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48V</a:t>
            </a:r>
            <a:endParaRPr lang="zh-CN" altLang="en-US" sz="12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圆角矩形 61">
            <a:extLst>
              <a:ext uri="{FF2B5EF4-FFF2-40B4-BE49-F238E27FC236}">
                <a16:creationId xmlns:a16="http://schemas.microsoft.com/office/drawing/2014/main" id="{0271783C-8FE2-91B6-858E-363BD1B4E393}"/>
              </a:ext>
            </a:extLst>
          </p:cNvPr>
          <p:cNvSpPr/>
          <p:nvPr/>
        </p:nvSpPr>
        <p:spPr>
          <a:xfrm>
            <a:off x="374609" y="2412914"/>
            <a:ext cx="927612" cy="324565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599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48 Vdc</a:t>
            </a:r>
            <a:endParaRPr lang="zh-CN" altLang="en-US" sz="1599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6" name="圆角矩形 100">
            <a:extLst>
              <a:ext uri="{FF2B5EF4-FFF2-40B4-BE49-F238E27FC236}">
                <a16:creationId xmlns:a16="http://schemas.microsoft.com/office/drawing/2014/main" id="{079FE0B3-ABB8-6069-D014-8DF6A1A61572}"/>
              </a:ext>
            </a:extLst>
          </p:cNvPr>
          <p:cNvSpPr/>
          <p:nvPr/>
        </p:nvSpPr>
        <p:spPr>
          <a:xfrm>
            <a:off x="5099635" y="1236125"/>
            <a:ext cx="1763983" cy="35734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599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辅助电源</a:t>
            </a:r>
            <a:endParaRPr lang="zh-CN" altLang="en-US" sz="1599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26" name="Picture 2" descr="MP4583">
            <a:extLst>
              <a:ext uri="{FF2B5EF4-FFF2-40B4-BE49-F238E27FC236}">
                <a16:creationId xmlns:a16="http://schemas.microsoft.com/office/drawing/2014/main" id="{83AAFA6F-0CAC-71DC-9C04-AFC8A07C9AA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381" r="22239"/>
          <a:stretch/>
        </p:blipFill>
        <p:spPr bwMode="auto">
          <a:xfrm>
            <a:off x="2579037" y="1913397"/>
            <a:ext cx="1509689" cy="14064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62F4E98D-491A-5CF6-A6C8-1B3D0970F518}"/>
              </a:ext>
            </a:extLst>
          </p:cNvPr>
          <p:cNvSpPr txBox="1"/>
          <p:nvPr/>
        </p:nvSpPr>
        <p:spPr>
          <a:xfrm>
            <a:off x="2427118" y="3255662"/>
            <a:ext cx="172533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indent="0" algn="ctr" fontAlgn="auto">
              <a:lnSpc>
                <a:spcPct val="100000"/>
              </a:lnSpc>
            </a:pP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MP4583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箭头: 圆角右 20">
            <a:extLst>
              <a:ext uri="{FF2B5EF4-FFF2-40B4-BE49-F238E27FC236}">
                <a16:creationId xmlns:a16="http://schemas.microsoft.com/office/drawing/2014/main" id="{57490716-3626-C468-B76C-5ABF7DCFF028}"/>
              </a:ext>
            </a:extLst>
          </p:cNvPr>
          <p:cNvSpPr/>
          <p:nvPr/>
        </p:nvSpPr>
        <p:spPr>
          <a:xfrm rot="5400000">
            <a:off x="9909535" y="2425375"/>
            <a:ext cx="1348970" cy="1214324"/>
          </a:xfrm>
          <a:prstGeom prst="bentArrow">
            <a:avLst>
              <a:gd name="adj1" fmla="val 25625"/>
              <a:gd name="adj2" fmla="val 23087"/>
              <a:gd name="adj3" fmla="val 26696"/>
              <a:gd name="adj4" fmla="val 43750"/>
            </a:avLst>
          </a:prstGeom>
          <a:gradFill>
            <a:gsLst>
              <a:gs pos="19000">
                <a:schemeClr val="bg2">
                  <a:lumMod val="60000"/>
                  <a:lumOff val="40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2">
                  <a:lumMod val="7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1" name="图片 30">
            <a:extLst>
              <a:ext uri="{FF2B5EF4-FFF2-40B4-BE49-F238E27FC236}">
                <a16:creationId xmlns:a16="http://schemas.microsoft.com/office/drawing/2014/main" id="{EC00DB19-FFA2-6F8F-46BA-12827B5381E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16180" y="1744522"/>
            <a:ext cx="1647316" cy="1647316"/>
          </a:xfrm>
          <a:prstGeom prst="rect">
            <a:avLst/>
          </a:prstGeom>
        </p:spPr>
      </p:pic>
      <p:pic>
        <p:nvPicPr>
          <p:cNvPr id="32" name="图片 31">
            <a:extLst>
              <a:ext uri="{FF2B5EF4-FFF2-40B4-BE49-F238E27FC236}">
                <a16:creationId xmlns:a16="http://schemas.microsoft.com/office/drawing/2014/main" id="{24702FCC-B272-5F66-543F-66408D40641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99635" y="1744100"/>
            <a:ext cx="1725330" cy="1732401"/>
          </a:xfrm>
          <a:prstGeom prst="rect">
            <a:avLst/>
          </a:prstGeom>
        </p:spPr>
      </p:pic>
      <p:pic>
        <p:nvPicPr>
          <p:cNvPr id="33" name="图片 32">
            <a:extLst>
              <a:ext uri="{FF2B5EF4-FFF2-40B4-BE49-F238E27FC236}">
                <a16:creationId xmlns:a16="http://schemas.microsoft.com/office/drawing/2014/main" id="{B5145AD8-AA97-87E8-DEA6-509110B3E4D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96948" y="4360595"/>
            <a:ext cx="1416331" cy="1219807"/>
          </a:xfrm>
          <a:prstGeom prst="rect">
            <a:avLst/>
          </a:prstGeom>
        </p:spPr>
      </p:pic>
      <p:pic>
        <p:nvPicPr>
          <p:cNvPr id="35" name="图片 34">
            <a:extLst>
              <a:ext uri="{FF2B5EF4-FFF2-40B4-BE49-F238E27FC236}">
                <a16:creationId xmlns:a16="http://schemas.microsoft.com/office/drawing/2014/main" id="{B2371215-6A89-DE01-7A59-5E8F25D9A24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16151" y="4408935"/>
            <a:ext cx="1236297" cy="1231188"/>
          </a:xfrm>
          <a:prstGeom prst="rect">
            <a:avLst/>
          </a:prstGeom>
        </p:spPr>
      </p:pic>
      <p:sp>
        <p:nvSpPr>
          <p:cNvPr id="40" name="圆角矩形 100">
            <a:extLst>
              <a:ext uri="{FF2B5EF4-FFF2-40B4-BE49-F238E27FC236}">
                <a16:creationId xmlns:a16="http://schemas.microsoft.com/office/drawing/2014/main" id="{89369530-5347-6E2C-73CF-CE8D9DF62C12}"/>
              </a:ext>
            </a:extLst>
          </p:cNvPr>
          <p:cNvSpPr/>
          <p:nvPr/>
        </p:nvSpPr>
        <p:spPr>
          <a:xfrm>
            <a:off x="6652842" y="3939505"/>
            <a:ext cx="1247931" cy="35734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599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CAN</a:t>
            </a:r>
            <a:r>
              <a:rPr lang="zh-CN" altLang="en-US" sz="1599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通讯</a:t>
            </a:r>
            <a:endParaRPr lang="zh-CN" altLang="en-US" sz="1599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圆角矩形 100">
            <a:extLst>
              <a:ext uri="{FF2B5EF4-FFF2-40B4-BE49-F238E27FC236}">
                <a16:creationId xmlns:a16="http://schemas.microsoft.com/office/drawing/2014/main" id="{73E04FB8-778A-2DFF-6FBC-F77A783EBDAD}"/>
              </a:ext>
            </a:extLst>
          </p:cNvPr>
          <p:cNvSpPr/>
          <p:nvPr/>
        </p:nvSpPr>
        <p:spPr>
          <a:xfrm>
            <a:off x="9070491" y="3953791"/>
            <a:ext cx="1765066" cy="35734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599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采样控制</a:t>
            </a:r>
          </a:p>
        </p:txBody>
      </p:sp>
      <p:sp>
        <p:nvSpPr>
          <p:cNvPr id="42" name="圆角矩形 100">
            <a:extLst>
              <a:ext uri="{FF2B5EF4-FFF2-40B4-BE49-F238E27FC236}">
                <a16:creationId xmlns:a16="http://schemas.microsoft.com/office/drawing/2014/main" id="{15CCF45B-BD81-CE35-9EA8-216FB72C9D87}"/>
              </a:ext>
            </a:extLst>
          </p:cNvPr>
          <p:cNvSpPr/>
          <p:nvPr/>
        </p:nvSpPr>
        <p:spPr>
          <a:xfrm>
            <a:off x="2579037" y="3921749"/>
            <a:ext cx="1765066" cy="35734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599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功率回路</a:t>
            </a:r>
            <a:endParaRPr lang="zh-CN" altLang="en-US" sz="1599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圆角矩形 61">
            <a:extLst>
              <a:ext uri="{FF2B5EF4-FFF2-40B4-BE49-F238E27FC236}">
                <a16:creationId xmlns:a16="http://schemas.microsoft.com/office/drawing/2014/main" id="{75305385-BED8-1092-10D5-934780C4B919}"/>
              </a:ext>
            </a:extLst>
          </p:cNvPr>
          <p:cNvSpPr/>
          <p:nvPr/>
        </p:nvSpPr>
        <p:spPr>
          <a:xfrm>
            <a:off x="5257455" y="4865001"/>
            <a:ext cx="927612" cy="324565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599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12 Vdc</a:t>
            </a:r>
            <a:endParaRPr lang="zh-CN" altLang="en-US" sz="1599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6" name="右箭头 13">
            <a:extLst>
              <a:ext uri="{FF2B5EF4-FFF2-40B4-BE49-F238E27FC236}">
                <a16:creationId xmlns:a16="http://schemas.microsoft.com/office/drawing/2014/main" id="{0409EAB0-F210-B375-2500-289F834D1E79}"/>
              </a:ext>
            </a:extLst>
          </p:cNvPr>
          <p:cNvSpPr/>
          <p:nvPr/>
        </p:nvSpPr>
        <p:spPr>
          <a:xfrm rot="5400000">
            <a:off x="139560" y="3345204"/>
            <a:ext cx="1406445" cy="432566"/>
          </a:xfrm>
          <a:prstGeom prst="rightArrow">
            <a:avLst/>
          </a:prstGeom>
          <a:gradFill>
            <a:gsLst>
              <a:gs pos="19000">
                <a:schemeClr val="bg2">
                  <a:lumMod val="60000"/>
                  <a:lumOff val="40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2">
                  <a:lumMod val="7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48V</a:t>
            </a:r>
            <a:endParaRPr lang="zh-CN" altLang="en-US" sz="12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1D75BF15-E021-A6B3-9476-7EA0E66563DC}"/>
              </a:ext>
            </a:extLst>
          </p:cNvPr>
          <p:cNvSpPr txBox="1"/>
          <p:nvPr/>
        </p:nvSpPr>
        <p:spPr>
          <a:xfrm>
            <a:off x="4997259" y="3257384"/>
            <a:ext cx="172533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indent="0" algn="ctr" fontAlgn="auto">
              <a:lnSpc>
                <a:spcPct val="100000"/>
              </a:lnSpc>
            </a:pP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MP3632S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BFE14414-813D-E62C-3686-884DFF0AFBB2}"/>
              </a:ext>
            </a:extLst>
          </p:cNvPr>
          <p:cNvSpPr txBox="1"/>
          <p:nvPr/>
        </p:nvSpPr>
        <p:spPr>
          <a:xfrm>
            <a:off x="8107888" y="3257384"/>
            <a:ext cx="172533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indent="0" algn="ctr" fontAlgn="auto">
              <a:lnSpc>
                <a:spcPct val="100000"/>
              </a:lnSpc>
            </a:pP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MP20051DQ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0F083F37-5B71-0D54-33A8-ABE0CC42AEC0}"/>
              </a:ext>
            </a:extLst>
          </p:cNvPr>
          <p:cNvSpPr txBox="1"/>
          <p:nvPr/>
        </p:nvSpPr>
        <p:spPr>
          <a:xfrm>
            <a:off x="8242448" y="5553251"/>
            <a:ext cx="172533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indent="0" algn="ctr" fontAlgn="auto">
              <a:lnSpc>
                <a:spcPct val="100000"/>
              </a:lnSpc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电流传感器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837DBDBD-C4AF-1394-F04F-B621CD3DFE6C}"/>
              </a:ext>
            </a:extLst>
          </p:cNvPr>
          <p:cNvSpPr txBox="1"/>
          <p:nvPr/>
        </p:nvSpPr>
        <p:spPr>
          <a:xfrm>
            <a:off x="9778166" y="5553250"/>
            <a:ext cx="172533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indent="0" algn="ctr" fontAlgn="auto">
              <a:lnSpc>
                <a:spcPct val="100000"/>
              </a:lnSpc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控制器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905DF388-7336-683C-9BC3-2E7CDE61DBB7}"/>
              </a:ext>
            </a:extLst>
          </p:cNvPr>
          <p:cNvSpPr txBox="1"/>
          <p:nvPr/>
        </p:nvSpPr>
        <p:spPr>
          <a:xfrm>
            <a:off x="6414142" y="5524529"/>
            <a:ext cx="172533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indent="0" algn="ctr" fontAlgn="auto">
              <a:lnSpc>
                <a:spcPct val="100000"/>
              </a:lnSpc>
            </a:pP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CAN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收发器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E87DAB6F-54E0-651A-709E-42CC7EED8189}"/>
              </a:ext>
            </a:extLst>
          </p:cNvPr>
          <p:cNvSpPr txBox="1"/>
          <p:nvPr/>
        </p:nvSpPr>
        <p:spPr>
          <a:xfrm>
            <a:off x="2688805" y="5581097"/>
            <a:ext cx="172533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indent="0" algn="ctr" fontAlgn="auto">
              <a:lnSpc>
                <a:spcPct val="100000"/>
              </a:lnSpc>
            </a:pP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MP6539B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E5E17E83-AFB4-0D0D-CDF5-E2DDD0B797DE}"/>
              </a:ext>
            </a:extLst>
          </p:cNvPr>
          <p:cNvSpPr txBox="1"/>
          <p:nvPr/>
        </p:nvSpPr>
        <p:spPr>
          <a:xfrm>
            <a:off x="345686" y="5592742"/>
            <a:ext cx="172533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MOSFET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功率桥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B6B8666-AC42-AE54-FB07-F6BA0DAE921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41844" y="4447480"/>
            <a:ext cx="1055608" cy="1055608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A7580891-87F3-CBA3-E915-1D4CAC226071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b="17428"/>
          <a:stretch/>
        </p:blipFill>
        <p:spPr>
          <a:xfrm>
            <a:off x="412082" y="4177866"/>
            <a:ext cx="1592539" cy="1314991"/>
          </a:xfrm>
          <a:prstGeom prst="rect">
            <a:avLst/>
          </a:prstGeom>
        </p:spPr>
      </p:pic>
      <p:pic>
        <p:nvPicPr>
          <p:cNvPr id="7" name="Picture 2" descr="Microcontroller PNG transparent image download, size: 512x333px">
            <a:extLst>
              <a:ext uri="{FF2B5EF4-FFF2-40B4-BE49-F238E27FC236}">
                <a16:creationId xmlns:a16="http://schemas.microsoft.com/office/drawing/2014/main" id="{BEDEC412-FFBD-C215-6EDD-64969EBBB8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03177" y="4557900"/>
            <a:ext cx="1258758" cy="8186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标题 4">
            <a:extLst>
              <a:ext uri="{FF2B5EF4-FFF2-40B4-BE49-F238E27FC236}">
                <a16:creationId xmlns:a16="http://schemas.microsoft.com/office/drawing/2014/main" id="{B2B8A6DD-FF06-DAAB-4F89-EFB32DECFF0C}"/>
              </a:ext>
            </a:extLst>
          </p:cNvPr>
          <p:cNvSpPr txBox="1">
            <a:spLocks/>
          </p:cNvSpPr>
          <p:nvPr/>
        </p:nvSpPr>
        <p:spPr>
          <a:xfrm>
            <a:off x="217808" y="203285"/>
            <a:ext cx="11455540" cy="521208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txBody>
          <a:bodyPr>
            <a:normAutofit fontScale="60000" lnSpcReduction="20000"/>
          </a:bodyPr>
          <a:lstStyle>
            <a:lvl1pPr lvl="0" algn="l" defTabSz="914400">
              <a:lnSpc>
                <a:spcPct val="130000"/>
              </a:lnSpc>
              <a:spcBef>
                <a:spcPct val="1"/>
              </a:spcBef>
              <a:buNone/>
              <a:defRPr sz="4400" kern="1200">
                <a:solidFill>
                  <a:schemeClr val="tx1"/>
                </a:solidFill>
                <a:latin typeface="Arial"/>
                <a:ea typeface="Microsoft YaHei"/>
              </a:defRPr>
            </a:lvl1pPr>
          </a:lstStyle>
          <a:p>
            <a:r>
              <a:rPr lang="zh-CN" altLang="en-US" dirty="0">
                <a:solidFill>
                  <a:schemeClr val="bg1"/>
                </a:solidFill>
              </a:rPr>
              <a:t>总体方案设计</a:t>
            </a:r>
            <a:r>
              <a:rPr lang="en-US" altLang="zh-CN" dirty="0">
                <a:solidFill>
                  <a:schemeClr val="bg1"/>
                </a:solidFill>
              </a:rPr>
              <a:t>——</a:t>
            </a:r>
            <a:r>
              <a:rPr lang="zh-CN" altLang="en-US" dirty="0">
                <a:solidFill>
                  <a:schemeClr val="bg1"/>
                </a:solidFill>
              </a:rPr>
              <a:t>系统架构</a:t>
            </a:r>
            <a:endParaRPr lang="en-US" dirty="0">
              <a:solidFill>
                <a:schemeClr val="bg1"/>
              </a:solidFill>
              <a:latin typeface="+mj-lt"/>
              <a:ea typeface="黑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3FC3B47-5E63-0A24-8AE1-61E7D703B593}"/>
              </a:ext>
            </a:extLst>
          </p:cNvPr>
          <p:cNvSpPr txBox="1"/>
          <p:nvPr/>
        </p:nvSpPr>
        <p:spPr>
          <a:xfrm>
            <a:off x="217808" y="740223"/>
            <a:ext cx="9529233" cy="460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>
                <a:effectLst/>
                <a:latin typeface="Aptos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MPS </a:t>
            </a:r>
            <a:r>
              <a:rPr lang="zh-CN" altLang="en-US" sz="2000" b="1" dirty="0">
                <a:effectLst/>
                <a:latin typeface="Aptos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关节电机方案 </a:t>
            </a:r>
            <a:r>
              <a:rPr lang="en-US" altLang="zh-CN" sz="2000" b="1" dirty="0">
                <a:effectLst/>
                <a:latin typeface="Aptos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| </a:t>
            </a:r>
            <a:r>
              <a:rPr lang="zh-CN" altLang="en-US" sz="2000" b="1" dirty="0">
                <a:effectLst/>
                <a:latin typeface="Aptos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高功率密度 </a:t>
            </a:r>
            <a:r>
              <a:rPr lang="en-US" altLang="zh-CN" sz="2000" b="1" dirty="0">
                <a:effectLst/>
                <a:latin typeface="Aptos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| </a:t>
            </a:r>
            <a:r>
              <a:rPr lang="zh-CN" altLang="en-US" sz="2000" b="1" dirty="0">
                <a:effectLst/>
                <a:latin typeface="Aptos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多功能模块集成 </a:t>
            </a:r>
            <a:r>
              <a:rPr lang="en-US" altLang="zh-CN" sz="2000" b="1" dirty="0">
                <a:effectLst/>
                <a:latin typeface="Aptos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| </a:t>
            </a:r>
            <a:r>
              <a:rPr lang="zh-CN" altLang="en-US" sz="2000" b="1" dirty="0">
                <a:effectLst/>
                <a:latin typeface="Aptos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宽电压适配</a:t>
            </a:r>
            <a:endParaRPr lang="zh-CN" altLang="en-US" sz="2000" dirty="0"/>
          </a:p>
        </p:txBody>
      </p:sp>
      <p:sp>
        <p:nvSpPr>
          <p:cNvPr id="10" name="右箭头 13">
            <a:extLst>
              <a:ext uri="{FF2B5EF4-FFF2-40B4-BE49-F238E27FC236}">
                <a16:creationId xmlns:a16="http://schemas.microsoft.com/office/drawing/2014/main" id="{44E306B8-D2BF-414B-BEBA-7D8229F62E7D}"/>
              </a:ext>
            </a:extLst>
          </p:cNvPr>
          <p:cNvSpPr/>
          <p:nvPr/>
        </p:nvSpPr>
        <p:spPr>
          <a:xfrm>
            <a:off x="4024869" y="2352993"/>
            <a:ext cx="1094791" cy="432566"/>
          </a:xfrm>
          <a:prstGeom prst="rightArrow">
            <a:avLst>
              <a:gd name="adj1" fmla="val 63528"/>
              <a:gd name="adj2" fmla="val 50000"/>
            </a:avLst>
          </a:prstGeom>
          <a:gradFill>
            <a:gsLst>
              <a:gs pos="19000">
                <a:schemeClr val="bg2">
                  <a:lumMod val="60000"/>
                  <a:lumOff val="40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2">
                  <a:lumMod val="7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12V</a:t>
            </a:r>
            <a:endParaRPr lang="zh-CN" altLang="en-US" sz="12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右箭头 13">
            <a:extLst>
              <a:ext uri="{FF2B5EF4-FFF2-40B4-BE49-F238E27FC236}">
                <a16:creationId xmlns:a16="http://schemas.microsoft.com/office/drawing/2014/main" id="{D3FDD90B-C336-347A-811E-81D5AC02FFF2}"/>
              </a:ext>
            </a:extLst>
          </p:cNvPr>
          <p:cNvSpPr/>
          <p:nvPr/>
        </p:nvSpPr>
        <p:spPr>
          <a:xfrm>
            <a:off x="6919066" y="2358913"/>
            <a:ext cx="1094791" cy="432566"/>
          </a:xfrm>
          <a:prstGeom prst="rightArrow">
            <a:avLst>
              <a:gd name="adj1" fmla="val 63528"/>
              <a:gd name="adj2" fmla="val 50000"/>
            </a:avLst>
          </a:prstGeom>
          <a:gradFill>
            <a:gsLst>
              <a:gs pos="19000">
                <a:schemeClr val="bg2">
                  <a:lumMod val="60000"/>
                  <a:lumOff val="40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2">
                  <a:lumMod val="7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5V</a:t>
            </a:r>
            <a:endParaRPr lang="zh-CN" altLang="en-US" sz="12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右箭头 13">
            <a:extLst>
              <a:ext uri="{FF2B5EF4-FFF2-40B4-BE49-F238E27FC236}">
                <a16:creationId xmlns:a16="http://schemas.microsoft.com/office/drawing/2014/main" id="{DA3891F6-4F9E-5FFA-4B78-5B187DBB178C}"/>
              </a:ext>
            </a:extLst>
          </p:cNvPr>
          <p:cNvSpPr/>
          <p:nvPr/>
        </p:nvSpPr>
        <p:spPr>
          <a:xfrm rot="10800000" flipV="1">
            <a:off x="1791339" y="4798918"/>
            <a:ext cx="1094791" cy="417036"/>
          </a:xfrm>
          <a:prstGeom prst="rightArrow">
            <a:avLst>
              <a:gd name="adj1" fmla="val 63528"/>
              <a:gd name="adj2" fmla="val 50000"/>
            </a:avLst>
          </a:prstGeom>
          <a:gradFill>
            <a:gsLst>
              <a:gs pos="19000">
                <a:schemeClr val="bg2">
                  <a:lumMod val="60000"/>
                  <a:lumOff val="40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2">
                  <a:lumMod val="7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控制</a:t>
            </a:r>
          </a:p>
        </p:txBody>
      </p:sp>
      <p:sp>
        <p:nvSpPr>
          <p:cNvPr id="16" name="右箭头 13">
            <a:extLst>
              <a:ext uri="{FF2B5EF4-FFF2-40B4-BE49-F238E27FC236}">
                <a16:creationId xmlns:a16="http://schemas.microsoft.com/office/drawing/2014/main" id="{BA511C76-B972-2FF9-7A6A-EFD4E08CAB26}"/>
              </a:ext>
            </a:extLst>
          </p:cNvPr>
          <p:cNvSpPr/>
          <p:nvPr/>
        </p:nvSpPr>
        <p:spPr>
          <a:xfrm rot="10800000" flipV="1">
            <a:off x="4152083" y="4812416"/>
            <a:ext cx="1094791" cy="417036"/>
          </a:xfrm>
          <a:prstGeom prst="rightArrow">
            <a:avLst>
              <a:gd name="adj1" fmla="val 63528"/>
              <a:gd name="adj2" fmla="val 50000"/>
            </a:avLst>
          </a:prstGeom>
          <a:gradFill>
            <a:gsLst>
              <a:gs pos="19000">
                <a:schemeClr val="bg2">
                  <a:lumMod val="60000"/>
                  <a:lumOff val="40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2">
                  <a:lumMod val="7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12V</a:t>
            </a:r>
            <a:endParaRPr lang="zh-CN" altLang="en-US" sz="12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DDA1EA48-F1AF-DF4B-0DF1-3648265D181B}"/>
              </a:ext>
            </a:extLst>
          </p:cNvPr>
          <p:cNvSpPr txBox="1"/>
          <p:nvPr/>
        </p:nvSpPr>
        <p:spPr>
          <a:xfrm>
            <a:off x="10660782" y="3302751"/>
            <a:ext cx="527709" cy="308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3.3V</a:t>
            </a:r>
            <a:endParaRPr lang="zh-CN" altLang="en-US" sz="12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3790577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60FBC1-F837-97A0-3494-FDA0858450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4">
            <a:extLst>
              <a:ext uri="{FF2B5EF4-FFF2-40B4-BE49-F238E27FC236}">
                <a16:creationId xmlns:a16="http://schemas.microsoft.com/office/drawing/2014/main" id="{14BB7B20-938E-AFA8-3087-4C383B2B7128}"/>
              </a:ext>
            </a:extLst>
          </p:cNvPr>
          <p:cNvSpPr txBox="1">
            <a:spLocks/>
          </p:cNvSpPr>
          <p:nvPr/>
        </p:nvSpPr>
        <p:spPr>
          <a:xfrm>
            <a:off x="217807" y="203285"/>
            <a:ext cx="11400033" cy="521208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txBody>
          <a:bodyPr>
            <a:normAutofit fontScale="60000" lnSpcReduction="20000"/>
          </a:bodyPr>
          <a:lstStyle>
            <a:lvl1pPr lvl="0" algn="l" defTabSz="914400">
              <a:lnSpc>
                <a:spcPct val="130000"/>
              </a:lnSpc>
              <a:spcBef>
                <a:spcPct val="1"/>
              </a:spcBef>
              <a:buNone/>
              <a:defRPr sz="4400" kern="1200">
                <a:solidFill>
                  <a:schemeClr val="tx1"/>
                </a:solidFill>
                <a:latin typeface="Arial"/>
                <a:ea typeface="Microsoft YaHei"/>
              </a:defRPr>
            </a:lvl1pPr>
          </a:lstStyle>
          <a:p>
            <a:r>
              <a:rPr lang="zh-CN" altLang="en-US" dirty="0">
                <a:solidFill>
                  <a:schemeClr val="bg1"/>
                </a:solidFill>
              </a:rPr>
              <a:t>方案验证</a:t>
            </a:r>
            <a:r>
              <a:rPr lang="en-US" altLang="zh-CN" dirty="0">
                <a:solidFill>
                  <a:schemeClr val="bg1"/>
                </a:solidFill>
              </a:rPr>
              <a:t>——</a:t>
            </a:r>
            <a:r>
              <a:rPr lang="zh-CN" altLang="en-US" dirty="0">
                <a:solidFill>
                  <a:schemeClr val="bg1"/>
                </a:solidFill>
              </a:rPr>
              <a:t>完整测试结果</a:t>
            </a:r>
            <a:endParaRPr lang="en-US" dirty="0">
              <a:solidFill>
                <a:schemeClr val="bg1"/>
              </a:solidFill>
              <a:latin typeface="+mj-lt"/>
              <a:ea typeface="黑体" panose="02010609060101010101" pitchFamily="49" charset="-122"/>
            </a:endParaRP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E6BB33F7-3612-7A1B-7099-48E4F31198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1333196"/>
              </p:ext>
            </p:extLst>
          </p:nvPr>
        </p:nvGraphicFramePr>
        <p:xfrm>
          <a:off x="217807" y="3567005"/>
          <a:ext cx="11400033" cy="28125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00011">
                  <a:extLst>
                    <a:ext uri="{9D8B030D-6E8A-4147-A177-3AD203B41FA5}">
                      <a16:colId xmlns:a16="http://schemas.microsoft.com/office/drawing/2014/main" val="4056263176"/>
                    </a:ext>
                  </a:extLst>
                </a:gridCol>
                <a:gridCol w="3800011">
                  <a:extLst>
                    <a:ext uri="{9D8B030D-6E8A-4147-A177-3AD203B41FA5}">
                      <a16:colId xmlns:a16="http://schemas.microsoft.com/office/drawing/2014/main" val="925276843"/>
                    </a:ext>
                  </a:extLst>
                </a:gridCol>
                <a:gridCol w="3800011">
                  <a:extLst>
                    <a:ext uri="{9D8B030D-6E8A-4147-A177-3AD203B41FA5}">
                      <a16:colId xmlns:a16="http://schemas.microsoft.com/office/drawing/2014/main" val="3786831192"/>
                    </a:ext>
                  </a:extLst>
                </a:gridCol>
              </a:tblGrid>
              <a:tr h="442659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位置环控制精度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速度环控制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带载温升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1967917"/>
                  </a:ext>
                </a:extLst>
              </a:tr>
              <a:tr h="2369871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7979353"/>
                  </a:ext>
                </a:extLst>
              </a:tr>
            </a:tbl>
          </a:graphicData>
        </a:graphic>
      </p:graphicFrame>
      <p:pic>
        <p:nvPicPr>
          <p:cNvPr id="7" name="Picture 4" descr="Position Control Accuracy">
            <a:extLst>
              <a:ext uri="{FF2B5EF4-FFF2-40B4-BE49-F238E27FC236}">
                <a16:creationId xmlns:a16="http://schemas.microsoft.com/office/drawing/2014/main" id="{B339293B-DBD0-1B1D-3759-02CC0AAAB5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198" y="3999132"/>
            <a:ext cx="3665986" cy="23077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Speed Control Accuracy">
            <a:extLst>
              <a:ext uri="{FF2B5EF4-FFF2-40B4-BE49-F238E27FC236}">
                <a16:creationId xmlns:a16="http://schemas.microsoft.com/office/drawing/2014/main" id="{1CB6CBD2-447A-B7F6-C88E-B0C690B15D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7600" y="3999132"/>
            <a:ext cx="3440445" cy="23077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>
            <a:extLst>
              <a:ext uri="{FF2B5EF4-FFF2-40B4-BE49-F238E27FC236}">
                <a16:creationId xmlns:a16="http://schemas.microsoft.com/office/drawing/2014/main" id="{008B973F-8E27-4BF1-8BD6-74551E8EC43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786" t="13454" r="13278" b="8636"/>
          <a:stretch/>
        </p:blipFill>
        <p:spPr bwMode="auto">
          <a:xfrm>
            <a:off x="8297469" y="3999132"/>
            <a:ext cx="2899144" cy="23077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F67E9E2D-E6F9-BE0B-368A-619758634AD0}"/>
              </a:ext>
            </a:extLst>
          </p:cNvPr>
          <p:cNvSpPr txBox="1"/>
          <p:nvPr/>
        </p:nvSpPr>
        <p:spPr>
          <a:xfrm>
            <a:off x="217808" y="740223"/>
            <a:ext cx="9529233" cy="460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latin typeface="Aptos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力矩环 速度环 位置环 </a:t>
            </a:r>
            <a:r>
              <a:rPr lang="en-US" altLang="zh-CN" sz="2000" b="1" dirty="0">
                <a:latin typeface="Aptos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| </a:t>
            </a:r>
            <a:r>
              <a:rPr lang="zh-CN" altLang="en-US" sz="2000" b="1" dirty="0">
                <a:latin typeface="Aptos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多层嵌套，易于调试 </a:t>
            </a:r>
            <a:r>
              <a:rPr lang="en-US" altLang="zh-CN" sz="2000" b="1" dirty="0">
                <a:latin typeface="Aptos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| </a:t>
            </a:r>
            <a:r>
              <a:rPr lang="zh-CN" altLang="en-US" sz="2000" b="1" dirty="0">
                <a:latin typeface="Aptos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长时带载温升测试 </a:t>
            </a:r>
            <a:r>
              <a:rPr lang="en-US" altLang="zh-CN" sz="2000" b="1" dirty="0">
                <a:latin typeface="Aptos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| </a:t>
            </a:r>
            <a:r>
              <a:rPr lang="zh-CN" altLang="en-US" sz="2000" b="1" dirty="0">
                <a:latin typeface="Aptos" panose="020F050202020403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  <a:t>测试平台全开源</a:t>
            </a:r>
            <a:endParaRPr lang="zh-CN" altLang="en-US" sz="2000" dirty="0"/>
          </a:p>
        </p:txBody>
      </p:sp>
      <p:pic>
        <p:nvPicPr>
          <p:cNvPr id="2058" name="Picture 10">
            <a:extLst>
              <a:ext uri="{FF2B5EF4-FFF2-40B4-BE49-F238E27FC236}">
                <a16:creationId xmlns:a16="http://schemas.microsoft.com/office/drawing/2014/main" id="{2034DB9E-4E02-579C-3FCA-C8E8A20328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6818" y="1360423"/>
            <a:ext cx="3440445" cy="20685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4614B571-86E9-5E68-2042-3EEC3FF75AF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7808" y="1200862"/>
            <a:ext cx="7664462" cy="2293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3723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9DD37A-71DC-F259-31DD-F6128F6BD3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B626B342-C9C5-AC57-22B6-7BB3F4EE9FC3}"/>
              </a:ext>
            </a:extLst>
          </p:cNvPr>
          <p:cNvSpPr txBox="1"/>
          <p:nvPr/>
        </p:nvSpPr>
        <p:spPr>
          <a:xfrm>
            <a:off x="942109" y="1891146"/>
            <a:ext cx="10969670" cy="7770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这边放一下</a:t>
            </a:r>
            <a:r>
              <a:rPr lang="en-US" altLang="zh-CN" dirty="0" err="1"/>
              <a:t>github</a:t>
            </a:r>
            <a:r>
              <a:rPr lang="zh-CN" altLang="en-US" dirty="0"/>
              <a:t>和立创开源广场从上往下滑的页面，边滑边讲，再滑到大学计划界面，介绍下大学计划，</a:t>
            </a:r>
            <a:endParaRPr lang="en-US" altLang="zh-CN" dirty="0"/>
          </a:p>
          <a:p>
            <a:r>
              <a:rPr lang="zh-CN" altLang="en-US" dirty="0"/>
              <a:t>再给大学计划拿到的芯片拍一个全景图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24C851A-1F89-E3BD-91E7-579F61B8E7CA}"/>
              </a:ext>
            </a:extLst>
          </p:cNvPr>
          <p:cNvSpPr txBox="1"/>
          <p:nvPr/>
        </p:nvSpPr>
        <p:spPr>
          <a:xfrm>
            <a:off x="740404" y="413611"/>
            <a:ext cx="1552942" cy="4149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2:40</a:t>
            </a:r>
            <a:r>
              <a:rPr lang="zh-CN" altLang="en-US" dirty="0"/>
              <a:t> </a:t>
            </a:r>
            <a:r>
              <a:rPr lang="en-US" altLang="zh-CN" dirty="0"/>
              <a:t>–</a:t>
            </a:r>
            <a:r>
              <a:rPr lang="zh-CN" altLang="en-US" dirty="0"/>
              <a:t> </a:t>
            </a:r>
            <a:r>
              <a:rPr lang="en-US" altLang="zh-CN" dirty="0"/>
              <a:t>3:30</a:t>
            </a:r>
          </a:p>
        </p:txBody>
      </p:sp>
    </p:spTree>
    <p:extLst>
      <p:ext uri="{BB962C8B-B14F-4D97-AF65-F5344CB8AC3E}">
        <p14:creationId xmlns:p14="http://schemas.microsoft.com/office/powerpoint/2010/main" val="708091456"/>
      </p:ext>
    </p:extLst>
  </p:cSld>
  <p:clrMapOvr>
    <a:masterClrMapping/>
  </p:clrMapOvr>
</p:sld>
</file>

<file path=ppt/theme/theme1.xml><?xml version="1.0" encoding="utf-8"?>
<a:theme xmlns:a="http://schemas.openxmlformats.org/drawingml/2006/main" name="腾讯文档 默认主题​">
  <a:themeElements>
    <a:clrScheme name="Tencent">
      <a:dk1>
        <a:srgbClr val="000000"/>
      </a:dk1>
      <a:lt1>
        <a:srgbClr val="FFFFFF"/>
      </a:lt1>
      <a:dk2>
        <a:srgbClr val="485368"/>
      </a:dk2>
      <a:lt2>
        <a:srgbClr val="2972F4"/>
      </a:lt2>
      <a:accent1>
        <a:srgbClr val="00A3F5"/>
      </a:accent1>
      <a:accent2>
        <a:srgbClr val="319B62"/>
      </a:accent2>
      <a:accent3>
        <a:srgbClr val="DE3C36"/>
      </a:accent3>
      <a:accent4>
        <a:srgbClr val="F88825"/>
      </a:accent4>
      <a:accent5>
        <a:srgbClr val="F5C400"/>
      </a:accent5>
      <a:accent6>
        <a:srgbClr val="9A38D7"/>
      </a:accent6>
      <a:hlink>
        <a:srgbClr val="175CEB"/>
      </a:hlink>
      <a:folHlink>
        <a:srgbClr val="81868F"/>
      </a:folHlink>
    </a:clrScheme>
    <a:fontScheme name="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notesMaster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1940</TotalTime>
  <Words>1013</Words>
  <Application>Microsoft Office PowerPoint</Application>
  <PresentationFormat>宽屏</PresentationFormat>
  <Paragraphs>65</Paragraphs>
  <Slides>9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7" baseType="lpstr">
      <vt:lpstr>微软雅黑</vt:lpstr>
      <vt:lpstr>微软雅黑</vt:lpstr>
      <vt:lpstr>Aptos</vt:lpstr>
      <vt:lpstr>Arial</vt:lpstr>
      <vt:lpstr>Calibri</vt:lpstr>
      <vt:lpstr>Courier New</vt:lpstr>
      <vt:lpstr>Times New Roman</vt:lpstr>
      <vt:lpstr>腾讯文档 默认主题​</vt:lpstr>
      <vt:lpstr>MPS-FOC拍摄脚本</vt:lpstr>
      <vt:lpstr>PowerPoint 演示文稿</vt:lpstr>
      <vt:lpstr>PowerPoint 演示文稿</vt:lpstr>
      <vt:lpstr>PowerPoint 演示文稿</vt:lpstr>
      <vt:lpstr>PowerPoint 演示文稿</vt:lpstr>
      <vt:lpstr>关节电机工程——零门槛快速落地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Leofwine (Huiwen) Yang</dc:creator>
  <cp:lastModifiedBy>Rise Sun</cp:lastModifiedBy>
  <cp:revision>125</cp:revision>
  <dcterms:created xsi:type="dcterms:W3CDTF">2026-05-12T11:03:54Z</dcterms:created>
  <dcterms:modified xsi:type="dcterms:W3CDTF">2026-05-19T06:26:06Z</dcterms:modified>
</cp:coreProperties>
</file>