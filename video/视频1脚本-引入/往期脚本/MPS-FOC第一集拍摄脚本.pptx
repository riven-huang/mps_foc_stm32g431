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画面/镜头：成品运行镜头做开场，先让观众看到电机稳定转动和位置动作。；画面快速闪过 PCB、3D 模型、代码工程、测试平台。
旁白：这是一个完整开源的 STM32G431 FOC 关节电机控制项目。第一集我们先看完整方案：它解决什么问题，系统由哪些部分组成，以及为什么 MPS 的驱动和电源芯片适合做紧凑型关节模组。
备注：开场不要先讲目录，先给运行结果。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画面/镜头：镜头一：关节模组稳定运行，切速度、位置动作。；镜头二：切到测试台，看到驱动电机、发电机、负载和整流链路。
旁白：先看结果。这块板子已经完成了从空载启停、速度控制、位置控制，到对拖带载和温升测试的完整验证。换句话说，它不是只停留在原理图和代码里的 FOC，而是一套已经跑通的关节模组原型。
备注：可穿插 experiment 目录里的 Test2、Test3、Test4、LoadTEST 视频片段。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画面/镜头：展示机器人关节应用场景，随后切到本项目 README 的项目定位。；用三列图示解释需求、难点和目标。
旁白：机器人关节模组对控制板的要求很直接：体积要小，效率要高，电流和位置反馈要准，保护要可靠，还要能稳定复刻。本项目的出发点，就是把一套从硬件到代码、从调试到测试的数据链路完整开放出来。
备注：不要讲泛泛的电机科普，要回到“为什么这块板值得做”。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画面/镜头：画面从三相电机切到控制流程图，逐级点亮电流环、速度环、位置环。；强调这是关节模组可控性的基础。
旁白：FOC 在这里的作用，可以简单理解成把三相电流变成可控的转矩。最内层电流环负责快速、稳定地产生转矩；速度环让电机按目标转速运行；位置环再让关节输出轴停在指定角度。这个项目里三层闭环已经串起来，后面的视频会单独拆开讲。
备注：第一集只讲概念和工程位置，不展开 Clarke/Park 公式。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画面/镜头：展示系统框图，并用高亮方式依次标出电源链路、驱动链路、采样链路、编码器链路。
旁白：从系统层看，这块板不是单个芯片的展示，而是一条完整链路。48V 母线进来后，电源芯片负责给 MCU、编码器和驱动部分供电；MP6539B 负责三相功率级预驱；STM32G431 负责采样和 FOC 控制；MA600A 提供绝对角度反馈。
备注：配合 PCB 局部高亮，展示 MPS 芯片在板上的位置。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画面/镜头：画面在 PCB 上高亮 MP6539B、电源芯片和采样/接口区域。；表格只做辅助，不要把这页拍成纯读参数。
旁白：MPS 方案在这个项目里的价值，主要体现在两个地方：一是三相驱动链路的集成度，二是电源链路的完整性。对关节模组来说，这会直接影响板子体积、外围数量、保护能力和后期调试成本。
备注：如果后续实拍能拍到芯片丝印，建议这里做局部放大。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画面/镜头：录屏打开仓库根目录，依次进入 circurit、manufacture、3dmodel、program、docs、experiment。
旁白：这个项目开源的不只是代码。你可以拿到原理图、PCB 制造文件、3D 模型、Keil 工程、CubeMX 配置、调试文档和测试视频。对于想复刻或者想参考自研 FOC 控制板的人来说，这比单独一份 demo 工程更有价值。
备注：突出“工程闭环”，不是简单列文件夹。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画面/镜头：左侧展示传统分立链路框图，右侧展示本项目系统框图。；对比时高亮“外围简洁、保护完善、体积更容易控制”。
旁白：如果从零搭一块 FOC 控制板，最难的往往不是写出几个变换公式，而是驱动、电源、采样、保护、布局和调试全部叠在一起。MPS 集成方案的优势，就是把驱动和电源这些底层问题收敛成更清晰的模块，让开发者把更多精力放在控制和系统验证上。
备注：避免说“传统方案不好”，重点讲复杂度差异和适用场景。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画面/镜头：录屏快速滑动 program/App/program.c、foc_core.c、ma600a.c、cli_uart.c。；不要在第一集展开代码细节，只证明软件链路完整。
旁白：软件部分也不是空壳。现在工程里已经把 ADC 电流采样、MA600A 角度读取、FOC 变换、SVPWM、三环调度和 telemetry 都接到了主链路。第一集先给大家建立整体认识，后面再单独拆代码和调试流程。
备注：可以借用 MP4201 脚本里的“代码滑动界面”表达方式。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画面/镜头：快速蒙太奇：电源输入测试、启停、速度、位置、带载、热像。；不要逐项讲完整测试方法，先作为方案可信度证据。
旁白：为了证明这不是概念方案，我们已经做了多组验证，包括 40 到 56V 宽输入运行、启停性能、速度控制、位置控制，以及 180W 对拖带载和温升热像。详细测试方法和复刻流程，会放到第三集展开。
备注：温升、速度、位置图可以配合实验视频切换。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画面/镜头：回到成品运行镜头，叠加“需求-硬件-软件-测试-开源”的闭环图。；结尾预告下一集硬件设计。
旁白：所以第一集我们先把完整方案串起来：它从机器人关节需求出发，落到驱动、电源、采样和编码器硬件，再由 STM32G431 完成 FOC 控制，最后通过速度、位置、负载和温升测试来验证。下一集，我们就从硬件设计开始，把这块板为什么这样选型、这样布局讲清楚。
备注：结尾要自然引到第二集，不要把硬件细节提前讲完。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画面/镜头：这页不一定出现在成片里，主要给拍摄和剪辑用。
旁白：执行上，本集素材分三类：第一类是板子和关节模组的实拍，第二类是开源资料的录屏，第三类是已有测试视频和热像图的剪辑插入。
备注：制片执行页，可以保留在脚本里。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画面/镜头：这页作为内部节奏控制，不必进入成片。
旁白：建议第一集控制在六到八分钟。它的任务不是讲完所有技术细节，而是让观众知道：这个项目已经跑通，资料完整，并且后面两集会分别讲硬件设计和测试复刻。
备注：如果实际投放平台更适合短视频，可拆成 3 个 2 分钟片段。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MPS-FOC STM32G431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11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6E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视频一：完整方案展示篇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21792" y="1627632"/>
            <a:ext cx="53492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核心目标：证明使用 MPS 电机驱动与电源芯片，可以完成一套高性能、紧凑型机器人关节模组原型。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0" y="502920"/>
            <a:ext cx="5166360" cy="3840480"/>
          </a:xfrm>
          <a:prstGeom prst="rect">
            <a:avLst/>
          </a:prstGeom>
          <a:solidFill>
            <a:srgbClr val="E9EEF5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" name="Image 0" descr="D:\A_RivenHuang\Electronic_Design_Project\mps-foc-STM32G431\docs\images\poster_d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76" y="539496"/>
            <a:ext cx="5093208" cy="35295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0" y="4114800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成品运行效果/封面画面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21792" y="2834640"/>
            <a:ext cx="493776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3063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关键词：FOC / STM32G431 / MP6539B / 48V / MA600A / 开源复刻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4645152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4645152"/>
            <a:ext cx="5486400" cy="310896"/>
          </a:xfrm>
          <a:prstGeom prst="rect">
            <a:avLst/>
          </a:prstGeom>
          <a:solidFill>
            <a:srgbClr val="159CA8"/>
          </a:solidFill>
          <a:ln w="12700">
            <a:solidFill>
              <a:srgbClr val="159C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" y="4709160"/>
            <a:ext cx="52669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画面/镜头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49224" y="5065776"/>
            <a:ext cx="519379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成品运行镜头做开场，先让观众看到电机稳定转动和位置动作。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画面快速闪过 PCB、3D 模型、代码工程、测试平台。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6263640" y="4645152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63640" y="4645152"/>
            <a:ext cx="5440680" cy="310896"/>
          </a:xfrm>
          <a:prstGeom prst="rect">
            <a:avLst/>
          </a:prstGeom>
          <a:solidFill>
            <a:srgbClr val="E4752F"/>
          </a:solidFill>
          <a:ln w="12700">
            <a:solidFill>
              <a:srgbClr val="E4752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73368" y="4709160"/>
            <a:ext cx="5221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旁白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409944" y="5065776"/>
            <a:ext cx="514807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这是一个完整开源的 STM32G431 FOC 关节电机控制项目。第一集我们先看完整方案：它解决什么问题，系统由哪些部分组成，以及为什么 MPS 的驱动和电源芯片适合做紧凑型关节模组。</a:t>
            </a:r>
            <a:endParaRPr lang="en-US" sz="1020" dirty="0"/>
          </a:p>
        </p:txBody>
      </p:sp>
      <p:sp>
        <p:nvSpPr>
          <p:cNvPr id="19" name="Shape 15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11480" y="6547104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MPS-FOC STM32G431 | 视频一：完整方案展示篇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先展示最终效果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75488" y="61264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用真实运行画面建立可信度，再进入技术说明。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372600" y="292608"/>
            <a:ext cx="2331720" cy="29260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64040" y="35661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效果展示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5349240" cy="3429000"/>
          </a:xfrm>
          <a:prstGeom prst="rect">
            <a:avLst/>
          </a:prstGeom>
          <a:solidFill>
            <a:srgbClr val="E9EEF5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7" name="Image 0" descr="D:\A_RivenHuang\Electronic_Design_Project\mps-foc-STM32G431\docs\images\hardware_dou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996696"/>
            <a:ext cx="5276088" cy="31181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160520"/>
            <a:ext cx="5257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双板/关节模组实物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6217920" y="960120"/>
            <a:ext cx="5349240" cy="3429000"/>
          </a:xfrm>
          <a:prstGeom prst="rect">
            <a:avLst/>
          </a:prstGeom>
          <a:solidFill>
            <a:srgbClr val="E9EEF5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0" name="Image 1" descr="D:\A_RivenHuang\Electronic_Design_Project\mps-foc-STM32G431\docs\images\test-platform-dual-moto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996696"/>
            <a:ext cx="5276088" cy="31181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63640" y="4160520"/>
            <a:ext cx="5257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对拖测试平台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502920" y="4645152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4645152"/>
            <a:ext cx="5486400" cy="310896"/>
          </a:xfrm>
          <a:prstGeom prst="rect">
            <a:avLst/>
          </a:prstGeom>
          <a:solidFill>
            <a:srgbClr val="159CA8"/>
          </a:solidFill>
          <a:ln w="12700">
            <a:solidFill>
              <a:srgbClr val="159CA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12648" y="4709160"/>
            <a:ext cx="52669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画面/镜头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649224" y="5065776"/>
            <a:ext cx="519379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镜头一：关节模组稳定运行，切速度、位置动作。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镜头二：切到测试台，看到驱动电机、发电机、负载和整流链路。</a:t>
            </a:r>
            <a:endParaRPr lang="en-US" sz="1020" dirty="0"/>
          </a:p>
        </p:txBody>
      </p:sp>
      <p:sp>
        <p:nvSpPr>
          <p:cNvPr id="16" name="Shape 12"/>
          <p:cNvSpPr/>
          <p:nvPr/>
        </p:nvSpPr>
        <p:spPr>
          <a:xfrm>
            <a:off x="6263640" y="4645152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63640" y="4645152"/>
            <a:ext cx="5440680" cy="310896"/>
          </a:xfrm>
          <a:prstGeom prst="rect">
            <a:avLst/>
          </a:prstGeom>
          <a:solidFill>
            <a:srgbClr val="E4752F"/>
          </a:solidFill>
          <a:ln w="12700">
            <a:solidFill>
              <a:srgbClr val="E4752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373368" y="4709160"/>
            <a:ext cx="5221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旁白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409944" y="5065776"/>
            <a:ext cx="514807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先看结果。这块板子已经完成了从空载启停、速度控制、位置控制，到对拖带载和温升测试的完整验证。换句话说，它不是只停留在原理图和代码里的 FOC，而是一套已经跑通的关节模组原型。</a:t>
            </a:r>
            <a:endParaRPr lang="en-US" sz="1020" dirty="0"/>
          </a:p>
        </p:txBody>
      </p:sp>
      <p:sp>
        <p:nvSpPr>
          <p:cNvPr id="21" name="Shape 16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11480" y="6547104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MPS-FOC STM32G431 | 视频一：完整方案展示篇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项目背景：为什么要做这块板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75488" y="61264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机器人关节模组需要紧凑、高效率、可闭环、可复刻的电机控制方案。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372600" y="292608"/>
            <a:ext cx="2331720" cy="29260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64040" y="35661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35204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051560"/>
            <a:ext cx="3520440" cy="310896"/>
          </a:xfrm>
          <a:prstGeom prst="rect">
            <a:avLst/>
          </a:prstGeom>
          <a:solidFill>
            <a:srgbClr val="2268A8"/>
          </a:solidFill>
          <a:ln w="12700">
            <a:solidFill>
              <a:srgbClr val="2268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115568"/>
            <a:ext cx="33009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32104" y="1472184"/>
            <a:ext cx="3227832" cy="2532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48V 母线平台，面向 PMSM / BLDC 三相电机。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需要电流环、速度环、位置环逐级闭环。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板级尺寸要紧凑，调试路径要可复现。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343400" y="1051560"/>
            <a:ext cx="35204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051560"/>
            <a:ext cx="3520440" cy="310896"/>
          </a:xfrm>
          <a:prstGeom prst="rect">
            <a:avLst/>
          </a:prstGeom>
          <a:solidFill>
            <a:srgbClr val="E4752F"/>
          </a:solidFill>
          <a:ln w="12700">
            <a:solidFill>
              <a:srgbClr val="E475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53128" y="1115568"/>
            <a:ext cx="33009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489704" y="1472184"/>
            <a:ext cx="3227832" cy="2532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功率驱动、采样、供电、保护互相耦合。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编码器方向、相序、电角度零位任一处错误都会导致发散。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只给代码或只给硬件都不够，必须有完整 bring-up 流程。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001000" y="1051560"/>
            <a:ext cx="35204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1051560"/>
            <a:ext cx="3520440" cy="310896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10728" y="1115568"/>
            <a:ext cx="33009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147304" y="1472184"/>
            <a:ext cx="3227832" cy="2532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把硬件、固件、测试、制造资料打成一套开源工程。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让复刻者能从下单 PCB 到第一次稳定出力。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给自研 FOC 控制板一个可对照的工程样例。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502920" y="4645152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645152"/>
            <a:ext cx="5486400" cy="310896"/>
          </a:xfrm>
          <a:prstGeom prst="rect">
            <a:avLst/>
          </a:prstGeom>
          <a:solidFill>
            <a:srgbClr val="159CA8"/>
          </a:solidFill>
          <a:ln w="12700">
            <a:solidFill>
              <a:srgbClr val="159C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4709160"/>
            <a:ext cx="52669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画面/镜头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9224" y="5065776"/>
            <a:ext cx="519379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展示机器人关节应用场景，随后切到本项目 README 的项目定位。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用三列图示解释需求、难点和目标。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263640" y="4645152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4645152"/>
            <a:ext cx="5440680" cy="310896"/>
          </a:xfrm>
          <a:prstGeom prst="rect">
            <a:avLst/>
          </a:prstGeom>
          <a:solidFill>
            <a:srgbClr val="E4752F"/>
          </a:solidFill>
          <a:ln w="12700">
            <a:solidFill>
              <a:srgbClr val="E475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3368" y="4709160"/>
            <a:ext cx="5221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旁白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09944" y="5065776"/>
            <a:ext cx="514807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机器人关节模组对控制板的要求很直接：体积要小，效率要高，电流和位置反馈要准，保护要可靠，还要能稳定复刻。本项目的出发点，就是把一套从硬件到代码、从调试到测试的数据链路完整开放出来。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" y="6547104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MPS-FOC STM32G431 | 视频一：完整方案展示篇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FOC 在关节模组中的作用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75488" y="61264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FOC 的价值是把三相电流变成可控的转矩、速度和位置。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372600" y="292608"/>
            <a:ext cx="2331720" cy="29260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64040" y="35661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FOC作用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914400"/>
            <a:ext cx="6400800" cy="3474720"/>
          </a:xfrm>
          <a:prstGeom prst="rect">
            <a:avLst/>
          </a:prstGeom>
          <a:solidFill>
            <a:srgbClr val="E9EEF5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7" name="Image 0" descr="D:\A_RivenHuang\Electronic_Design_Project\mps-foc-STM32G431\docs\figures\control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950976"/>
            <a:ext cx="6327648" cy="31638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160520"/>
            <a:ext cx="6309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控制流程图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7315200" y="914400"/>
            <a:ext cx="4160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0" y="914400"/>
            <a:ext cx="4160520" cy="310896"/>
          </a:xfrm>
          <a:prstGeom prst="rect">
            <a:avLst/>
          </a:prstGeom>
          <a:solidFill>
            <a:srgbClr val="2268A8"/>
          </a:solidFill>
          <a:ln w="12700">
            <a:solidFill>
              <a:srgbClr val="2268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24928" y="978408"/>
            <a:ext cx="3941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讲法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461504" y="1335024"/>
            <a:ext cx="3867912" cy="2944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电流环：控制 dq 电流，直接决定转矩响应。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速度环：把目标转速转换成 q 轴电流或电压命令。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位置环：把输出轴位置误差转换成速度命令。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502920" y="4645152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4645152"/>
            <a:ext cx="5486400" cy="310896"/>
          </a:xfrm>
          <a:prstGeom prst="rect">
            <a:avLst/>
          </a:prstGeom>
          <a:solidFill>
            <a:srgbClr val="159CA8"/>
          </a:solidFill>
          <a:ln w="12700">
            <a:solidFill>
              <a:srgbClr val="159C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" y="4709160"/>
            <a:ext cx="52669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画面/镜头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49224" y="5065776"/>
            <a:ext cx="519379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画面从三相电机切到控制流程图，逐级点亮电流环、速度环、位置环。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强调这是关节模组可控性的基础。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6263640" y="4645152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63640" y="4645152"/>
            <a:ext cx="5440680" cy="310896"/>
          </a:xfrm>
          <a:prstGeom prst="rect">
            <a:avLst/>
          </a:prstGeom>
          <a:solidFill>
            <a:srgbClr val="E4752F"/>
          </a:solidFill>
          <a:ln w="12700">
            <a:solidFill>
              <a:srgbClr val="E4752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73368" y="4709160"/>
            <a:ext cx="5221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旁白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409944" y="5065776"/>
            <a:ext cx="514807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FOC 在这里的作用，可以简单理解成把三相电流变成可控的转矩。最内层电流环负责快速、稳定地产生转矩；速度环让电机按目标转速运行；位置环再让关节输出轴停在指定角度。这个项目里三层闭环已经串起来，后面的视频会单独拆开讲。</a:t>
            </a:r>
            <a:endParaRPr lang="en-US" sz="1020" dirty="0"/>
          </a:p>
        </p:txBody>
      </p:sp>
      <p:sp>
        <p:nvSpPr>
          <p:cNvPr id="22" name="Shape 18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11480" y="6547104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MPS-FOC STM32G431 | 视频一：完整方案展示篇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系统整体架构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75488" y="61264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从电源、驱动、采样、编码器到 MCU 控制闭环。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372600" y="292608"/>
            <a:ext cx="2331720" cy="29260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64040" y="35661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系统框图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914400"/>
            <a:ext cx="5074920" cy="3566160"/>
          </a:xfrm>
          <a:prstGeom prst="rect">
            <a:avLst/>
          </a:prstGeom>
          <a:solidFill>
            <a:srgbClr val="E9EEF5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7" name="Image 0" descr="D:\A_RivenHuang\Electronic_Design_Project\mps-foc-STM32G431\docs\images\mps方案图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950976"/>
            <a:ext cx="5001768" cy="32552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251960"/>
            <a:ext cx="4983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MPS 方案图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5989320" y="914400"/>
            <a:ext cx="5440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89320" y="914400"/>
            <a:ext cx="5440680" cy="310896"/>
          </a:xfrm>
          <a:prstGeom prst="rect">
            <a:avLst/>
          </a:prstGeom>
          <a:solidFill>
            <a:srgbClr val="2268A8"/>
          </a:solidFill>
          <a:ln w="12700">
            <a:solidFill>
              <a:srgbClr val="2268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99048" y="978408"/>
            <a:ext cx="5221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架构分工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135624" y="1335024"/>
            <a:ext cx="5148072" cy="3035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48V 母线/电源链路：MP4583、MPM3632S、MP20051 等为系统供电。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三相功率驱动：MP6539B 负责三相半桥预驱和保护链路。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控制与采样：STM32G431 + 三相电流采样 + VBUS/NTC。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位置反馈：MA600A 16-bit 绝对值编码器提供角度信息。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502920" y="4645152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4645152"/>
            <a:ext cx="5486400" cy="310896"/>
          </a:xfrm>
          <a:prstGeom prst="rect">
            <a:avLst/>
          </a:prstGeom>
          <a:solidFill>
            <a:srgbClr val="159CA8"/>
          </a:solidFill>
          <a:ln w="12700">
            <a:solidFill>
              <a:srgbClr val="159C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" y="4709160"/>
            <a:ext cx="52669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画面/镜头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49224" y="5065776"/>
            <a:ext cx="519379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展示系统框图，并用高亮方式依次标出电源链路、驱动链路、采样链路、编码器链路。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6263640" y="4645152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63640" y="4645152"/>
            <a:ext cx="5440680" cy="310896"/>
          </a:xfrm>
          <a:prstGeom prst="rect">
            <a:avLst/>
          </a:prstGeom>
          <a:solidFill>
            <a:srgbClr val="E4752F"/>
          </a:solidFill>
          <a:ln w="12700">
            <a:solidFill>
              <a:srgbClr val="E4752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73368" y="4709160"/>
            <a:ext cx="5221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旁白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409944" y="5065776"/>
            <a:ext cx="514807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从系统层看，这块板不是单个芯片的展示，而是一条完整链路。48V 母线进来后，电源芯片负责给 MCU、编码器和驱动部分供电；MP6539B 负责三相功率级预驱；STM32G431 负责采样和 FOC 控制；MA600A 提供绝对角度反馈。</a:t>
            </a:r>
            <a:endParaRPr lang="en-US" sz="1020" dirty="0"/>
          </a:p>
        </p:txBody>
      </p:sp>
      <p:sp>
        <p:nvSpPr>
          <p:cNvPr id="22" name="Shape 18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11480" y="6547104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MPS-FOC STM32G431 | 视频一：完整方案展示篇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MPS 芯片在方案里的分工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75488" y="61264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高集成度的价值：外围更简洁，保护更完整，板级实现更紧凑。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372600" y="292608"/>
            <a:ext cx="2331720" cy="29260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64040" y="35661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MPS露出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914400"/>
            <a:ext cx="4617720" cy="3566160"/>
          </a:xfrm>
          <a:prstGeom prst="rect">
            <a:avLst/>
          </a:prstGeom>
          <a:solidFill>
            <a:srgbClr val="E9EEF5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7" name="Image 0" descr="D:\A_RivenHuang\Electronic_Design_Project\mps-foc-STM32G431\docs\images\po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950976"/>
            <a:ext cx="4544568" cy="32552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251960"/>
            <a:ext cx="4526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接口与板级标注</a:t>
            </a:r>
            <a:endParaRPr lang="en-US" sz="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960120"/>
          <a:ext cx="6035040" cy="352044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</a:tblGrid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器件/链路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视频里强调什么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三相预驱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MP6539B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降低三相驱动外围复杂度，承接功率级保护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主电源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MP4583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宽输入 DCDC，支撑 48V 母线系统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3.3V POL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MPM3632S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给 MCU 和编码器提供紧凑供电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辅助/隔离供电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MP20051 / MIE1W0505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服务待机、辅助和栅极驱动供电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02920" y="4645152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02920" y="4645152"/>
            <a:ext cx="5486400" cy="310896"/>
          </a:xfrm>
          <a:prstGeom prst="rect">
            <a:avLst/>
          </a:prstGeom>
          <a:solidFill>
            <a:srgbClr val="159CA8"/>
          </a:solidFill>
          <a:ln w="12700">
            <a:solidFill>
              <a:srgbClr val="159CA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12648" y="4709160"/>
            <a:ext cx="52669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画面/镜头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649224" y="5065776"/>
            <a:ext cx="519379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画面在 PCB 上高亮 MP6539B、电源芯片和采样/接口区域。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表格只做辅助，不要把这页拍成纯读参数。</a:t>
            </a:r>
            <a:endParaRPr lang="en-US" sz="1020" dirty="0"/>
          </a:p>
        </p:txBody>
      </p:sp>
      <p:sp>
        <p:nvSpPr>
          <p:cNvPr id="14" name="Shape 10"/>
          <p:cNvSpPr/>
          <p:nvPr/>
        </p:nvSpPr>
        <p:spPr>
          <a:xfrm>
            <a:off x="6263640" y="4645152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63640" y="4645152"/>
            <a:ext cx="5440680" cy="310896"/>
          </a:xfrm>
          <a:prstGeom prst="rect">
            <a:avLst/>
          </a:prstGeom>
          <a:solidFill>
            <a:srgbClr val="E4752F"/>
          </a:solidFill>
          <a:ln w="12700">
            <a:solidFill>
              <a:srgbClr val="E4752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373368" y="4709160"/>
            <a:ext cx="5221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旁白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6409944" y="5065776"/>
            <a:ext cx="514807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MPS 方案在这个项目里的价值，主要体现在两个地方：一是三相驱动链路的集成度，二是电源链路的完整性。对关节模组来说，这会直接影响板子体积、外围数量、保护能力和后期调试成本。</a:t>
            </a:r>
            <a:endParaRPr lang="en-US" sz="1020" dirty="0"/>
          </a:p>
        </p:txBody>
      </p:sp>
      <p:sp>
        <p:nvSpPr>
          <p:cNvPr id="19" name="Shape 14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11480" y="6547104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MPS-FOC STM32G431 | 视频一：完整方案展示篇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开源资料不是只有代码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75488" y="61264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原理图、PCB、3D 模型、固件、测试数据都放在仓库结构里。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372600" y="292608"/>
            <a:ext cx="2331720" cy="29260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64040" y="35661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开源资料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32461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005840"/>
            <a:ext cx="3246120" cy="310896"/>
          </a:xfrm>
          <a:prstGeom prst="rect">
            <a:avLst/>
          </a:prstGeom>
          <a:solidFill>
            <a:srgbClr val="2268A8"/>
          </a:solidFill>
          <a:ln w="12700">
            <a:solidFill>
              <a:srgbClr val="2268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069848"/>
            <a:ext cx="30266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circurit/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77824" y="1426464"/>
            <a:ext cx="2953512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原理图、网表、核心芯片规格书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434840" y="1005840"/>
            <a:ext cx="32461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005840"/>
            <a:ext cx="3246120" cy="310896"/>
          </a:xfrm>
          <a:prstGeom prst="rect">
            <a:avLst/>
          </a:prstGeom>
          <a:solidFill>
            <a:srgbClr val="159CA8"/>
          </a:solidFill>
          <a:ln w="12700">
            <a:solidFill>
              <a:srgbClr val="159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1069848"/>
            <a:ext cx="30266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manufacture/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81144" y="1426464"/>
            <a:ext cx="2953512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Gerber、钻孔、PCB 下单文件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138160" y="1005840"/>
            <a:ext cx="32461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005840"/>
            <a:ext cx="3246120" cy="310896"/>
          </a:xfrm>
          <a:prstGeom prst="rect">
            <a:avLst/>
          </a:prstGeom>
          <a:solidFill>
            <a:srgbClr val="2268A8"/>
          </a:solidFill>
          <a:ln w="12700">
            <a:solidFill>
              <a:srgbClr val="2268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069848"/>
            <a:ext cx="30266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3dmodel/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84464" y="1426464"/>
            <a:ext cx="2953512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三维模型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731520" y="2468880"/>
            <a:ext cx="32461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2468880"/>
            <a:ext cx="3246120" cy="310896"/>
          </a:xfrm>
          <a:prstGeom prst="rect">
            <a:avLst/>
          </a:prstGeom>
          <a:solidFill>
            <a:srgbClr val="159CA8"/>
          </a:solidFill>
          <a:ln w="12700">
            <a:solidFill>
              <a:srgbClr val="159C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2532888"/>
            <a:ext cx="30266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program/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77824" y="2889504"/>
            <a:ext cx="2953512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CubeMX / Keil / HAL / App 控制代码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4434840" y="2468880"/>
            <a:ext cx="32461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0" y="2468880"/>
            <a:ext cx="3246120" cy="310896"/>
          </a:xfrm>
          <a:prstGeom prst="rect">
            <a:avLst/>
          </a:prstGeom>
          <a:solidFill>
            <a:srgbClr val="2268A8"/>
          </a:solidFill>
          <a:ln w="12700">
            <a:solidFill>
              <a:srgbClr val="2268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44568" y="2532888"/>
            <a:ext cx="30266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docs/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81144" y="2889504"/>
            <a:ext cx="2953512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快速启动、测试图、调试说明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8138160" y="2468880"/>
            <a:ext cx="32461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2468880"/>
            <a:ext cx="3246120" cy="310896"/>
          </a:xfrm>
          <a:prstGeom prst="rect">
            <a:avLst/>
          </a:prstGeom>
          <a:solidFill>
            <a:srgbClr val="159CA8"/>
          </a:solidFill>
          <a:ln w="12700">
            <a:solidFill>
              <a:srgbClr val="159C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47888" y="2532888"/>
            <a:ext cx="30266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experiment/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284464" y="2889504"/>
            <a:ext cx="2953512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速度、位置、带载、温升等测试视频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731520" y="4069080"/>
            <a:ext cx="105156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拍摄建议：录屏打开仓库目录，快速进入每个目录，强调“复刻所需文件都集中在同一工程里”。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4645152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645152"/>
            <a:ext cx="5486400" cy="310896"/>
          </a:xfrm>
          <a:prstGeom prst="rect">
            <a:avLst/>
          </a:prstGeom>
          <a:solidFill>
            <a:srgbClr val="159CA8"/>
          </a:solidFill>
          <a:ln w="12700">
            <a:solidFill>
              <a:srgbClr val="159C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4709160"/>
            <a:ext cx="52669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画面/镜头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9224" y="5065776"/>
            <a:ext cx="519379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录屏打开仓库根目录，依次进入 circurit、manufacture、3dmodel、program、docs、experiment。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6263640" y="4645152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63640" y="4645152"/>
            <a:ext cx="5440680" cy="310896"/>
          </a:xfrm>
          <a:prstGeom prst="rect">
            <a:avLst/>
          </a:prstGeom>
          <a:solidFill>
            <a:srgbClr val="E4752F"/>
          </a:solidFill>
          <a:ln w="12700">
            <a:solidFill>
              <a:srgbClr val="E4752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73368" y="4709160"/>
            <a:ext cx="5221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旁白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409944" y="5065776"/>
            <a:ext cx="514807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这个项目开源的不只是代码。你可以拿到原理图、PCB 制造文件、3D 模型、Keil 工程、CubeMX 配置、调试文档和测试视频。对于想复刻或者想参考自研 FOC 控制板的人来说，这比单独一份 demo 工程更有价值。</a:t>
            </a:r>
            <a:endParaRPr lang="en-US" sz="1020" dirty="0"/>
          </a:p>
        </p:txBody>
      </p:sp>
      <p:sp>
        <p:nvSpPr>
          <p:cNvPr id="40" name="Shape 37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11480" y="6547104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MPS-FOC STM32G431 | 视频一：完整方案展示篇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传统分立方案 vs MPS 集成方案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75488" y="61264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用复杂度对比解释为什么这套方案适合紧凑型关节模组。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372600" y="292608"/>
            <a:ext cx="2331720" cy="29260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64040" y="35661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方案对比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051560"/>
          <a:ext cx="10835640" cy="3474720"/>
        </p:xfrm>
        <a:graphic>
          <a:graphicData uri="http://schemas.openxmlformats.org/drawingml/2006/table">
            <a:tbl>
              <a:tblPr/>
              <a:tblGrid>
                <a:gridCol w="3611880"/>
                <a:gridCol w="3611880"/>
                <a:gridCol w="3611880"/>
              </a:tblGrid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传统分立思路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本项目 MPS 集成思路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驱动链路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栅极驱动、保护、供电细节需要大量外围设计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MP6539B 承担三相预驱，外围更收敛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电源链路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多路 DCDC/LDO 组合，板级调试点多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MPS 电源芯片分工明确，适配 48V 平台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PCB 难度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功率回路、驱动回路、采样回路容易互相干扰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模块边界清楚，更容易做紧凑布局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复刻难度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设计细节散落在原理图和调试经验里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代码、制造、调试、测试资料一起开源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645152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4645152"/>
            <a:ext cx="5486400" cy="310896"/>
          </a:xfrm>
          <a:prstGeom prst="rect">
            <a:avLst/>
          </a:prstGeom>
          <a:solidFill>
            <a:srgbClr val="159CA8"/>
          </a:solidFill>
          <a:ln w="12700">
            <a:solidFill>
              <a:srgbClr val="159C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4709160"/>
            <a:ext cx="52669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画面/镜头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9224" y="5065776"/>
            <a:ext cx="519379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左侧展示传统分立链路框图，右侧展示本项目系统框图。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对比时高亮“外围简洁、保护完善、体积更容易控制”。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6263640" y="4645152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4645152"/>
            <a:ext cx="5440680" cy="310896"/>
          </a:xfrm>
          <a:prstGeom prst="rect">
            <a:avLst/>
          </a:prstGeom>
          <a:solidFill>
            <a:srgbClr val="E4752F"/>
          </a:solidFill>
          <a:ln w="12700">
            <a:solidFill>
              <a:srgbClr val="E4752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73368" y="4709160"/>
            <a:ext cx="5221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旁白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09944" y="5065776"/>
            <a:ext cx="514807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如果从零搭一块 FOC 控制板，最难的往往不是写出几个变换公式，而是驱动、电源、采样、保护、布局和调试全部叠在一起。MPS 集成方案的优势，就是把驱动和电源这些底层问题收敛成更清晰的模块，让开发者把更多精力放在控制和系统验证上。</a:t>
            </a:r>
            <a:endParaRPr lang="en-US" sz="1020" dirty="0"/>
          </a:p>
        </p:txBody>
      </p:sp>
      <p:sp>
        <p:nvSpPr>
          <p:cNvPr id="16" name="Shape 12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11480" y="6547104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MPS-FOC STM32G431 | 视频一：完整方案展示篇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软件工程也已经接上主链路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75488" y="61264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当前固件已经完成采样、快环、慢环、telemetry 和调参入口。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372600" y="292608"/>
            <a:ext cx="2331720" cy="29260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64040" y="35661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代码预告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914400"/>
            <a:ext cx="5532120" cy="3520440"/>
          </a:xfrm>
          <a:prstGeom prst="rect">
            <a:avLst/>
          </a:prstGeom>
          <a:solidFill>
            <a:srgbClr val="E9EEF5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7" name="Image 0" descr="D:\A_RivenHuang\Electronic_Design_Project\mps-foc-STM32G431\docs\figures\software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950976"/>
            <a:ext cx="5458968" cy="32095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206240"/>
            <a:ext cx="5440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软件架构图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6446520" y="914400"/>
            <a:ext cx="48463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914400"/>
            <a:ext cx="4846320" cy="310896"/>
          </a:xfrm>
          <a:prstGeom prst="rect">
            <a:avLst/>
          </a:prstGeom>
          <a:solidFill>
            <a:srgbClr val="2268A8"/>
          </a:solidFill>
          <a:ln w="12700">
            <a:solidFill>
              <a:srgbClr val="2268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56248" y="978408"/>
            <a:ext cx="46268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第一集只点到为止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592824" y="1335024"/>
            <a:ext cx="4553712" cy="2990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kHz 电流快环。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速度估计窗口约 500 Hz 更新。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位置环按 200 Hz 运行。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VOFA / DMA telemetry 用于调试观察。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502920" y="4645152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4645152"/>
            <a:ext cx="5486400" cy="310896"/>
          </a:xfrm>
          <a:prstGeom prst="rect">
            <a:avLst/>
          </a:prstGeom>
          <a:solidFill>
            <a:srgbClr val="159CA8"/>
          </a:solidFill>
          <a:ln w="12700">
            <a:solidFill>
              <a:srgbClr val="159C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" y="4709160"/>
            <a:ext cx="52669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画面/镜头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49224" y="5065776"/>
            <a:ext cx="519379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录屏快速滑动 program/App/program.c、foc_core.c、ma600a.c、cli_uart.c。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不要在第一集展开代码细节，只证明软件链路完整。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6263640" y="4645152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63640" y="4645152"/>
            <a:ext cx="5440680" cy="310896"/>
          </a:xfrm>
          <a:prstGeom prst="rect">
            <a:avLst/>
          </a:prstGeom>
          <a:solidFill>
            <a:srgbClr val="E4752F"/>
          </a:solidFill>
          <a:ln w="12700">
            <a:solidFill>
              <a:srgbClr val="E4752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73368" y="4709160"/>
            <a:ext cx="5221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旁白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409944" y="5065776"/>
            <a:ext cx="514807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软件部分也不是空壳。现在工程里已经把 ADC 电流采样、MA600A 角度读取、FOC 变换、SVPWM、三环调度和 telemetry 都接到了主链路。第一集先给大家建立整体认识，后面再单独拆代码和调试流程。</a:t>
            </a:r>
            <a:endParaRPr lang="en-US" sz="1020" dirty="0"/>
          </a:p>
        </p:txBody>
      </p:sp>
      <p:sp>
        <p:nvSpPr>
          <p:cNvPr id="22" name="Shape 18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11480" y="6547104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MPS-FOC STM32G431 | 视频一：完整方案展示篇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测试数据预告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75488" y="61264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第一集给结论，后续测试/复刻篇再展开细节。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372600" y="292608"/>
            <a:ext cx="2331720" cy="29260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64040" y="35661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测试预告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3429000" cy="1828800"/>
          </a:xfrm>
          <a:prstGeom prst="rect">
            <a:avLst/>
          </a:prstGeom>
          <a:solidFill>
            <a:srgbClr val="E9EEF5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7" name="Image 0" descr="D:\A_RivenHuang\Electronic_Design_Project\mps-foc-STM32G431\docs\images\speed-control-accura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996696"/>
            <a:ext cx="3355848" cy="15179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560320"/>
            <a:ext cx="3337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速度控制精度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4343400" y="960120"/>
            <a:ext cx="3429000" cy="1828800"/>
          </a:xfrm>
          <a:prstGeom prst="rect">
            <a:avLst/>
          </a:prstGeom>
          <a:solidFill>
            <a:srgbClr val="E9EEF5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0" name="Image 1" descr="D:\A_RivenHuang\Electronic_Design_Project\mps-foc-STM32G431\docs\images\position-control-accurac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996696"/>
            <a:ext cx="3355848" cy="15179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89120" y="2560320"/>
            <a:ext cx="3337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位置控制精度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8092440" y="960120"/>
            <a:ext cx="3337560" cy="1828800"/>
          </a:xfrm>
          <a:prstGeom prst="rect">
            <a:avLst/>
          </a:prstGeom>
          <a:solidFill>
            <a:srgbClr val="E9EEF5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3" name="Image 2" descr="D:\A_RivenHuang\Electronic_Design_Project\mps-foc-STM32G431\docs\images\load-test-thermal-8m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016" y="996696"/>
            <a:ext cx="3264408" cy="15179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38160" y="2560320"/>
            <a:ext cx="3246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180W 带载温升</a:t>
            </a:r>
            <a:endParaRPr lang="en-US" sz="700" dirty="0"/>
          </a:p>
        </p:txBody>
      </p:sp>
      <p:sp>
        <p:nvSpPr>
          <p:cNvPr id="15" name="Shape 10"/>
          <p:cNvSpPr/>
          <p:nvPr/>
        </p:nvSpPr>
        <p:spPr>
          <a:xfrm>
            <a:off x="914400" y="3246120"/>
            <a:ext cx="102870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14400" y="3246120"/>
            <a:ext cx="10287000" cy="310896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024128" y="3310128"/>
            <a:ext cx="10067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可展示结论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1060704" y="3666744"/>
            <a:ext cx="9994392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40V-56V 宽输入运行。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速度环、位置环基础控制效果已验证。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180W 对拖带载与热像结果已记录。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测试视频均保存在 experiment 目录。</a:t>
            </a:r>
            <a:endParaRPr lang="en-US" sz="1020" dirty="0"/>
          </a:p>
        </p:txBody>
      </p:sp>
      <p:sp>
        <p:nvSpPr>
          <p:cNvPr id="19" name="Shape 14"/>
          <p:cNvSpPr/>
          <p:nvPr/>
        </p:nvSpPr>
        <p:spPr>
          <a:xfrm>
            <a:off x="502920" y="4645152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02920" y="4645152"/>
            <a:ext cx="5486400" cy="310896"/>
          </a:xfrm>
          <a:prstGeom prst="rect">
            <a:avLst/>
          </a:prstGeom>
          <a:solidFill>
            <a:srgbClr val="159CA8"/>
          </a:solidFill>
          <a:ln w="12700">
            <a:solidFill>
              <a:srgbClr val="159CA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12648" y="4709160"/>
            <a:ext cx="52669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画面/镜头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49224" y="5065776"/>
            <a:ext cx="519379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快速蒙太奇：电源输入测试、启停、速度、位置、带载、热像。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不要逐项讲完整测试方法，先作为方案可信度证据。</a:t>
            </a:r>
            <a:endParaRPr lang="en-US" sz="1020" dirty="0"/>
          </a:p>
        </p:txBody>
      </p:sp>
      <p:sp>
        <p:nvSpPr>
          <p:cNvPr id="23" name="Shape 18"/>
          <p:cNvSpPr/>
          <p:nvPr/>
        </p:nvSpPr>
        <p:spPr>
          <a:xfrm>
            <a:off x="6263640" y="4645152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263640" y="4645152"/>
            <a:ext cx="5440680" cy="310896"/>
          </a:xfrm>
          <a:prstGeom prst="rect">
            <a:avLst/>
          </a:prstGeom>
          <a:solidFill>
            <a:srgbClr val="E4752F"/>
          </a:solidFill>
          <a:ln w="12700">
            <a:solidFill>
              <a:srgbClr val="E4752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373368" y="4709160"/>
            <a:ext cx="5221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旁白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6409944" y="5065776"/>
            <a:ext cx="514807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为了证明这不是概念方案，我们已经做了多组验证，包括 40 到 56V 宽输入运行、启停性能、速度控制、位置控制，以及 180W 对拖带载和温升热像。详细测试方法和复刻流程，会放到第三集展开。</a:t>
            </a:r>
            <a:endParaRPr lang="en-US" sz="1020" dirty="0"/>
          </a:p>
        </p:txBody>
      </p:sp>
      <p:sp>
        <p:nvSpPr>
          <p:cNvPr id="28" name="Shape 22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11480" y="6547104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MPS-FOC STM32G431 | 视频一：完整方案展示篇</a:t>
            </a:r>
            <a:endParaRPr lang="en-US" sz="750" dirty="0"/>
          </a:p>
        </p:txBody>
      </p:sp>
      <p:sp>
        <p:nvSpPr>
          <p:cNvPr id="30" name="Text 24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 第一集结尾：完整方案闭环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75488" y="61264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把观众带到下一集：硬件设计篇。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372600" y="292608"/>
            <a:ext cx="2331720" cy="29260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64040" y="35661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收束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169164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2268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36192"/>
            <a:ext cx="1417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6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6968" y="1874520"/>
            <a:ext cx="14630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机器人关节模组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51460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47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017520" y="1325880"/>
            <a:ext cx="1691640" cy="960120"/>
          </a:xfrm>
          <a:prstGeom prst="rect">
            <a:avLst/>
          </a:prstGeom>
          <a:solidFill>
            <a:srgbClr val="F8FBFF"/>
          </a:solidFill>
          <a:ln w="15240">
            <a:solidFill>
              <a:srgbClr val="2268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536192"/>
            <a:ext cx="1417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6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27248" y="1874520"/>
            <a:ext cx="14630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驱动/电源/采样/编码器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47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257800" y="1325880"/>
            <a:ext cx="169164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2268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536192"/>
            <a:ext cx="1417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6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67528" y="1874520"/>
            <a:ext cx="14630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FOC 三环控制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99516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47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498080" y="1325880"/>
            <a:ext cx="1691640" cy="960120"/>
          </a:xfrm>
          <a:prstGeom prst="rect">
            <a:avLst/>
          </a:prstGeom>
          <a:solidFill>
            <a:srgbClr val="F8FBFF"/>
          </a:solidFill>
          <a:ln w="15240">
            <a:solidFill>
              <a:srgbClr val="2268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1536192"/>
            <a:ext cx="1417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6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07808" y="1874520"/>
            <a:ext cx="14630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速度/位置/负载/温升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23544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47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738360" y="1325880"/>
            <a:ext cx="169164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2268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0" y="1536192"/>
            <a:ext cx="1417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6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48088" y="1874520"/>
            <a:ext cx="14630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资料完整复刻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143000" y="2971800"/>
            <a:ext cx="9738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3000" y="2971800"/>
            <a:ext cx="9738360" cy="310896"/>
          </a:xfrm>
          <a:prstGeom prst="rect">
            <a:avLst/>
          </a:prstGeom>
          <a:solidFill>
            <a:srgbClr val="E4752F"/>
          </a:solidFill>
          <a:ln w="12700">
            <a:solidFill>
              <a:srgbClr val="E475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52728" y="3035808"/>
            <a:ext cx="95189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下一集承接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289304" y="3392424"/>
            <a:ext cx="944575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从电机需求反推硬件指标。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 MPS 驱动与电源芯片选型依据。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讲原理图、采样接口、保护链路和 PCB Layout。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502920" y="4645152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645152"/>
            <a:ext cx="5486400" cy="310896"/>
          </a:xfrm>
          <a:prstGeom prst="rect">
            <a:avLst/>
          </a:prstGeom>
          <a:solidFill>
            <a:srgbClr val="159CA8"/>
          </a:solidFill>
          <a:ln w="12700">
            <a:solidFill>
              <a:srgbClr val="159C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" y="4709160"/>
            <a:ext cx="52669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画面/镜头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9224" y="5065776"/>
            <a:ext cx="519379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回到成品运行镜头，叠加“需求-硬件-软件-测试-开源”的闭环图。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结尾预告下一集硬件设计。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6263640" y="4645152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63640" y="4645152"/>
            <a:ext cx="5440680" cy="310896"/>
          </a:xfrm>
          <a:prstGeom prst="rect">
            <a:avLst/>
          </a:prstGeom>
          <a:solidFill>
            <a:srgbClr val="E4752F"/>
          </a:solidFill>
          <a:ln w="12700">
            <a:solidFill>
              <a:srgbClr val="E4752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709160"/>
            <a:ext cx="5221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旁白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409944" y="5065776"/>
            <a:ext cx="514807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所以第一集我们先把完整方案串起来：它从机器人关节需求出发，落到驱动、电源、采样和编码器硬件，再由 STM32G431 完成 FOC 控制，最后通过速度、位置、负载和温升测试来验证。下一集，我们就从硬件设计开始，把这块板为什么这样选型、这样布局讲清楚。</a:t>
            </a:r>
            <a:endParaRPr lang="en-US" sz="1020" dirty="0"/>
          </a:p>
        </p:txBody>
      </p:sp>
      <p:sp>
        <p:nvSpPr>
          <p:cNvPr id="38" name="Shape 35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11480" y="6547104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MPS-FOC STM32G431 | 视频一：完整方案展示篇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 第一集拍摄素材清单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75488" y="61264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把本集需要补拍/剪辑的画面集中列出，方便执行。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372600" y="292608"/>
            <a:ext cx="2331720" cy="29260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64040" y="35661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执行清单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960120"/>
            <a:ext cx="34290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960120"/>
            <a:ext cx="3429000" cy="310896"/>
          </a:xfrm>
          <a:prstGeom prst="rect">
            <a:avLst/>
          </a:prstGeom>
          <a:solidFill>
            <a:srgbClr val="2268A8"/>
          </a:solidFill>
          <a:ln w="12700">
            <a:solidFill>
              <a:srgbClr val="2268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024128"/>
            <a:ext cx="3209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实拍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32104" y="1380744"/>
            <a:ext cx="3136392" cy="2624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成品板和关节模组运行特写。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PCB 正反面、关键芯片局部。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对拖测试平台远景和负载/热像设备。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389120" y="960120"/>
            <a:ext cx="34290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960120"/>
            <a:ext cx="3429000" cy="310896"/>
          </a:xfrm>
          <a:prstGeom prst="rect">
            <a:avLst/>
          </a:prstGeom>
          <a:solidFill>
            <a:srgbClr val="159CA8"/>
          </a:solidFill>
          <a:ln w="12700">
            <a:solidFill>
              <a:srgbClr val="159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024128"/>
            <a:ext cx="3209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录屏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35424" y="1380744"/>
            <a:ext cx="3136392" cy="2624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仓库目录和 README。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原理图、PCB、3D STEP 模型。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program/App 代码滑动界面。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092440" y="960120"/>
            <a:ext cx="34290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960120"/>
            <a:ext cx="3429000" cy="310896"/>
          </a:xfrm>
          <a:prstGeom prst="rect">
            <a:avLst/>
          </a:prstGeom>
          <a:solidFill>
            <a:srgbClr val="E4752F"/>
          </a:solidFill>
          <a:ln w="12700">
            <a:solidFill>
              <a:srgbClr val="E475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02168" y="1024128"/>
            <a:ext cx="3209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剪辑插入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38744" y="1380744"/>
            <a:ext cx="3136392" cy="2624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Test2 启停片段。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Test3 / Test4 速度与位置控制片段。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LoadTEST 和热像图。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502920" y="4645152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645152"/>
            <a:ext cx="5486400" cy="310896"/>
          </a:xfrm>
          <a:prstGeom prst="rect">
            <a:avLst/>
          </a:prstGeom>
          <a:solidFill>
            <a:srgbClr val="159CA8"/>
          </a:solidFill>
          <a:ln w="12700">
            <a:solidFill>
              <a:srgbClr val="159C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4709160"/>
            <a:ext cx="52669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画面/镜头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9224" y="5065776"/>
            <a:ext cx="519379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这页不一定出现在成片里，主要给拍摄和剪辑用。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263640" y="4645152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4645152"/>
            <a:ext cx="5440680" cy="310896"/>
          </a:xfrm>
          <a:prstGeom prst="rect">
            <a:avLst/>
          </a:prstGeom>
          <a:solidFill>
            <a:srgbClr val="E4752F"/>
          </a:solidFill>
          <a:ln w="12700">
            <a:solidFill>
              <a:srgbClr val="E475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3368" y="4709160"/>
            <a:ext cx="5221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旁白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09944" y="5065776"/>
            <a:ext cx="514807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执行上，本集素材分三类：第一类是板子和关节模组的实拍，第二类是开源资料的录屏，第三类是已有测试视频和热像图的剪辑插入。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" y="6547104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MPS-FOC STM32G431 | 视频一：完整方案展示篇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 建议成片节奏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75488" y="61264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控制在 6 到 8 分钟，第一集负责建立完整认知。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372600" y="292608"/>
            <a:ext cx="2331720" cy="29260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64040" y="35661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节奏建议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10744200" cy="3840480"/>
        </p:xfrm>
        <a:graphic>
          <a:graphicData uri="http://schemas.openxmlformats.org/drawingml/2006/table">
            <a:tbl>
              <a:tblPr/>
              <a:tblGrid>
                <a:gridCol w="3581400"/>
                <a:gridCol w="3581400"/>
                <a:gridCol w="3581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段落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内容重点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0:00-0:40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开场效果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先看关节模组运行和测试平台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0:40-1:40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项目背景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为什么做紧凑型 FOC 关节控制板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1:40-3:00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FOC 与系统架构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三环控制、电源、驱动、采样、编码器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3:00-4:20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MPS 方案价值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高集成度、小体积、外围简洁、保护完整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4:20-5:40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开源资料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原理图、PCB、3D、代码、测试资料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5:40-7:00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测试预告与总结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宽输入、速度/位置、180W 带载、引到第二集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645152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4645152"/>
            <a:ext cx="5486400" cy="310896"/>
          </a:xfrm>
          <a:prstGeom prst="rect">
            <a:avLst/>
          </a:prstGeom>
          <a:solidFill>
            <a:srgbClr val="159CA8"/>
          </a:solidFill>
          <a:ln w="12700">
            <a:solidFill>
              <a:srgbClr val="159C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4709160"/>
            <a:ext cx="52669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画面/镜头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9224" y="5065776"/>
            <a:ext cx="519379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这页作为内部节奏控制，不必进入成片。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6263640" y="4645152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4645152"/>
            <a:ext cx="5440680" cy="310896"/>
          </a:xfrm>
          <a:prstGeom prst="rect">
            <a:avLst/>
          </a:prstGeom>
          <a:solidFill>
            <a:srgbClr val="E4752F"/>
          </a:solidFill>
          <a:ln w="12700">
            <a:solidFill>
              <a:srgbClr val="E4752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73368" y="4709160"/>
            <a:ext cx="5221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旁白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09944" y="5065776"/>
            <a:ext cx="514807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建议第一集控制在六到八分钟。它的任务不是讲完所有技术细节，而是让观众知道：这个项目已经跑通，资料完整，并且后面两集会分别讲硬件设计和测试复刻。</a:t>
            </a:r>
            <a:endParaRPr lang="en-US" sz="1020" dirty="0"/>
          </a:p>
        </p:txBody>
      </p:sp>
      <p:sp>
        <p:nvSpPr>
          <p:cNvPr id="16" name="Shape 12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11480" y="6547104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MPS-FOC STM32G431 | 视频一：完整方案展示篇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MPS-FOC STM32G431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MPS-FOC第一集拍摄脚本</dc:title>
  <dc:subject>MPS-FOC STM32G431 第一集拍摄脚本</dc:subject>
  <dc:creator>Codex</dc:creator>
  <cp:lastModifiedBy>Codex</cp:lastModifiedBy>
  <cp:revision>1</cp:revision>
  <dcterms:created xsi:type="dcterms:W3CDTF">2026-05-12T12:51:26Z</dcterms:created>
  <dcterms:modified xsi:type="dcterms:W3CDTF">2026-05-12T12:51:26Z</dcterms:modified>
</cp:coreProperties>
</file>